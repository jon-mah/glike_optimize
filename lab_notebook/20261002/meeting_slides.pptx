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384" r:id="rId2"/>
    <p:sldId id="366" r:id="rId3"/>
    <p:sldId id="391" r:id="rId4"/>
    <p:sldId id="392" r:id="rId5"/>
    <p:sldId id="395" r:id="rId6"/>
    <p:sldId id="393" r:id="rId7"/>
    <p:sldId id="396" r:id="rId8"/>
    <p:sldId id="394" r:id="rId9"/>
    <p:sldId id="397" r:id="rId10"/>
    <p:sldId id="398" r:id="rId11"/>
    <p:sldId id="400" r:id="rId12"/>
    <p:sldId id="399" r:id="rId13"/>
    <p:sldId id="401" r:id="rId14"/>
    <p:sldId id="402" r:id="rId15"/>
    <p:sldId id="403" r:id="rId16"/>
    <p:sldId id="404" r:id="rId17"/>
    <p:sldId id="406" r:id="rId18"/>
    <p:sldId id="405" r:id="rId19"/>
    <p:sldId id="390"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0CDF784F-B37D-496E-B3C2-4437BB28292B}">
          <p14:sldIdLst>
            <p14:sldId id="384"/>
            <p14:sldId id="366"/>
            <p14:sldId id="391"/>
            <p14:sldId id="392"/>
            <p14:sldId id="395"/>
            <p14:sldId id="393"/>
            <p14:sldId id="396"/>
            <p14:sldId id="394"/>
            <p14:sldId id="397"/>
            <p14:sldId id="398"/>
            <p14:sldId id="400"/>
            <p14:sldId id="399"/>
            <p14:sldId id="401"/>
            <p14:sldId id="402"/>
            <p14:sldId id="403"/>
            <p14:sldId id="404"/>
            <p14:sldId id="406"/>
            <p14:sldId id="405"/>
            <p14:sldId id="390"/>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8A9335F-5DA4-41C3-A742-BA3783A770B3}" v="233" dt="2026-10-02T16:02:50.241"/>
    <p1510:client id="{F7670C7D-B1A5-4BFD-95A9-4F7BAF27DD3B}" v="772" dt="2026-10-02T15:42:43.99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nathan Mah" userId="5261b2f2f3e51194" providerId="LiveId" clId="{DB9BCF8B-E91B-491C-8171-92D39BBC1534}"/>
    <pc:docChg chg="custSel addSld modSld">
      <pc:chgData name="Jonathan Mah" userId="5261b2f2f3e51194" providerId="LiveId" clId="{DB9BCF8B-E91B-491C-8171-92D39BBC1534}" dt="2026-10-02T16:02:50.241" v="232" actId="20577"/>
      <pc:docMkLst>
        <pc:docMk/>
      </pc:docMkLst>
      <pc:sldChg chg="modSp mod">
        <pc:chgData name="Jonathan Mah" userId="5261b2f2f3e51194" providerId="LiveId" clId="{DB9BCF8B-E91B-491C-8171-92D39BBC1534}" dt="2026-10-02T16:02:50.241" v="232" actId="20577"/>
        <pc:sldMkLst>
          <pc:docMk/>
          <pc:sldMk cId="866967453" sldId="390"/>
        </pc:sldMkLst>
        <pc:spChg chg="mod">
          <ac:chgData name="Jonathan Mah" userId="5261b2f2f3e51194" providerId="LiveId" clId="{DB9BCF8B-E91B-491C-8171-92D39BBC1534}" dt="2026-10-02T16:02:50.241" v="232" actId="20577"/>
          <ac:spMkLst>
            <pc:docMk/>
            <pc:sldMk cId="866967453" sldId="390"/>
            <ac:spMk id="3" creationId="{0185D601-86C1-40AA-B68A-90906EDD42C9}"/>
          </ac:spMkLst>
        </pc:spChg>
      </pc:sldChg>
      <pc:sldChg chg="addSp delSp modSp add mod modNotesTx">
        <pc:chgData name="Jonathan Mah" userId="5261b2f2f3e51194" providerId="LiveId" clId="{DB9BCF8B-E91B-491C-8171-92D39BBC1534}" dt="2026-10-02T15:56:57.110" v="51" actId="6549"/>
        <pc:sldMkLst>
          <pc:docMk/>
          <pc:sldMk cId="3063589638" sldId="404"/>
        </pc:sldMkLst>
        <pc:spChg chg="mod">
          <ac:chgData name="Jonathan Mah" userId="5261b2f2f3e51194" providerId="LiveId" clId="{DB9BCF8B-E91B-491C-8171-92D39BBC1534}" dt="2026-10-02T15:52:45.870" v="27" actId="20577"/>
          <ac:spMkLst>
            <pc:docMk/>
            <pc:sldMk cId="3063589638" sldId="404"/>
            <ac:spMk id="2" creationId="{42D7762C-C23C-8C66-3DCE-917DF0206EC4}"/>
          </ac:spMkLst>
        </pc:spChg>
        <pc:spChg chg="del">
          <ac:chgData name="Jonathan Mah" userId="5261b2f2f3e51194" providerId="LiveId" clId="{DB9BCF8B-E91B-491C-8171-92D39BBC1534}" dt="2026-10-02T15:52:48.373" v="28" actId="478"/>
          <ac:spMkLst>
            <pc:docMk/>
            <pc:sldMk cId="3063589638" sldId="404"/>
            <ac:spMk id="6" creationId="{17537CC7-EF93-CE8F-2040-66A780528AFA}"/>
          </ac:spMkLst>
        </pc:spChg>
        <pc:spChg chg="del">
          <ac:chgData name="Jonathan Mah" userId="5261b2f2f3e51194" providerId="LiveId" clId="{DB9BCF8B-E91B-491C-8171-92D39BBC1534}" dt="2026-10-02T15:52:48.373" v="28" actId="478"/>
          <ac:spMkLst>
            <pc:docMk/>
            <pc:sldMk cId="3063589638" sldId="404"/>
            <ac:spMk id="8" creationId="{B1562E15-06C1-9ABF-5D33-C6D7CC4C5403}"/>
          </ac:spMkLst>
        </pc:spChg>
        <pc:spChg chg="del">
          <ac:chgData name="Jonathan Mah" userId="5261b2f2f3e51194" providerId="LiveId" clId="{DB9BCF8B-E91B-491C-8171-92D39BBC1534}" dt="2026-10-02T15:52:48.373" v="28" actId="478"/>
          <ac:spMkLst>
            <pc:docMk/>
            <pc:sldMk cId="3063589638" sldId="404"/>
            <ac:spMk id="10" creationId="{9C6D7137-1015-FCEA-03FB-C46C4A356B1A}"/>
          </ac:spMkLst>
        </pc:spChg>
        <pc:picChg chg="del">
          <ac:chgData name="Jonathan Mah" userId="5261b2f2f3e51194" providerId="LiveId" clId="{DB9BCF8B-E91B-491C-8171-92D39BBC1534}" dt="2026-10-02T15:52:48.373" v="28" actId="478"/>
          <ac:picMkLst>
            <pc:docMk/>
            <pc:sldMk cId="3063589638" sldId="404"/>
            <ac:picMk id="4" creationId="{0DF3C1C4-CDCE-D408-C32A-DE75691ACF2D}"/>
          </ac:picMkLst>
        </pc:picChg>
        <pc:picChg chg="add del mod">
          <ac:chgData name="Jonathan Mah" userId="5261b2f2f3e51194" providerId="LiveId" clId="{DB9BCF8B-E91B-491C-8171-92D39BBC1534}" dt="2026-10-02T15:55:14.903" v="33" actId="478"/>
          <ac:picMkLst>
            <pc:docMk/>
            <pc:sldMk cId="3063589638" sldId="404"/>
            <ac:picMk id="5" creationId="{3CDAADCF-15B7-0C8E-16CC-A9BBD1EB47B8}"/>
          </ac:picMkLst>
        </pc:picChg>
        <pc:picChg chg="del">
          <ac:chgData name="Jonathan Mah" userId="5261b2f2f3e51194" providerId="LiveId" clId="{DB9BCF8B-E91B-491C-8171-92D39BBC1534}" dt="2026-10-02T15:52:48.373" v="28" actId="478"/>
          <ac:picMkLst>
            <pc:docMk/>
            <pc:sldMk cId="3063589638" sldId="404"/>
            <ac:picMk id="7" creationId="{7A869715-7075-6A47-4558-A0C20B7855CF}"/>
          </ac:picMkLst>
        </pc:picChg>
        <pc:picChg chg="add del mod">
          <ac:chgData name="Jonathan Mah" userId="5261b2f2f3e51194" providerId="LiveId" clId="{DB9BCF8B-E91B-491C-8171-92D39BBC1534}" dt="2026-10-02T15:56:26.520" v="46" actId="478"/>
          <ac:picMkLst>
            <pc:docMk/>
            <pc:sldMk cId="3063589638" sldId="404"/>
            <ac:picMk id="11" creationId="{C60D1755-E3BF-2F39-3FB6-34CE4256B523}"/>
          </ac:picMkLst>
        </pc:picChg>
        <pc:picChg chg="add mod">
          <ac:chgData name="Jonathan Mah" userId="5261b2f2f3e51194" providerId="LiveId" clId="{DB9BCF8B-E91B-491C-8171-92D39BBC1534}" dt="2026-10-02T15:56:52.250" v="50" actId="1076"/>
          <ac:picMkLst>
            <pc:docMk/>
            <pc:sldMk cId="3063589638" sldId="404"/>
            <ac:picMk id="13" creationId="{08D03511-0A7E-E0BE-7689-3A7E4F83A48C}"/>
          </ac:picMkLst>
        </pc:picChg>
      </pc:sldChg>
      <pc:sldChg chg="delSp modSp add mod modNotesTx">
        <pc:chgData name="Jonathan Mah" userId="5261b2f2f3e51194" providerId="LiveId" clId="{DB9BCF8B-E91B-491C-8171-92D39BBC1534}" dt="2026-10-02T15:57:01.703" v="53" actId="6549"/>
        <pc:sldMkLst>
          <pc:docMk/>
          <pc:sldMk cId="1376063626" sldId="405"/>
        </pc:sldMkLst>
        <pc:picChg chg="mod">
          <ac:chgData name="Jonathan Mah" userId="5261b2f2f3e51194" providerId="LiveId" clId="{DB9BCF8B-E91B-491C-8171-92D39BBC1534}" dt="2026-10-02T15:55:33.108" v="43" actId="1076"/>
          <ac:picMkLst>
            <pc:docMk/>
            <pc:sldMk cId="1376063626" sldId="405"/>
            <ac:picMk id="5" creationId="{4D219E8F-5EBE-6CD6-C226-1F8A697ED293}"/>
          </ac:picMkLst>
        </pc:picChg>
        <pc:picChg chg="del">
          <ac:chgData name="Jonathan Mah" userId="5261b2f2f3e51194" providerId="LiveId" clId="{DB9BCF8B-E91B-491C-8171-92D39BBC1534}" dt="2026-10-02T15:55:05.855" v="31" actId="478"/>
          <ac:picMkLst>
            <pc:docMk/>
            <pc:sldMk cId="1376063626" sldId="405"/>
            <ac:picMk id="11" creationId="{0EA41507-9535-0DD5-F5B5-BBE7DF37A53E}"/>
          </ac:picMkLst>
        </pc:picChg>
      </pc:sldChg>
      <pc:sldChg chg="add modNotesTx">
        <pc:chgData name="Jonathan Mah" userId="5261b2f2f3e51194" providerId="LiveId" clId="{DB9BCF8B-E91B-491C-8171-92D39BBC1534}" dt="2026-10-02T15:56:58.836" v="52" actId="6549"/>
        <pc:sldMkLst>
          <pc:docMk/>
          <pc:sldMk cId="3870922823" sldId="406"/>
        </pc:sldMkLst>
      </pc:sldChg>
    </pc:docChg>
  </pc:docChgLst>
  <pc:docChgLst>
    <pc:chgData name="Jonathan Mah" userId="5261b2f2f3e51194" providerId="LiveId" clId="{6E813FC7-2C39-486A-B82F-53E43BD6D0D8}"/>
    <pc:docChg chg="undo custSel addSld delSld modSld sldOrd modSection">
      <pc:chgData name="Jonathan Mah" userId="5261b2f2f3e51194" providerId="LiveId" clId="{6E813FC7-2C39-486A-B82F-53E43BD6D0D8}" dt="2026-10-02T15:48:26.304" v="9282" actId="12"/>
      <pc:docMkLst>
        <pc:docMk/>
      </pc:docMkLst>
      <pc:sldChg chg="addSp delSp modSp mod modNotesTx">
        <pc:chgData name="Jonathan Mah" userId="5261b2f2f3e51194" providerId="LiveId" clId="{6E813FC7-2C39-486A-B82F-53E43BD6D0D8}" dt="2026-10-02T14:28:04.838" v="1255" actId="478"/>
        <pc:sldMkLst>
          <pc:docMk/>
          <pc:sldMk cId="2977728054" sldId="366"/>
        </pc:sldMkLst>
        <pc:spChg chg="del mod">
          <ac:chgData name="Jonathan Mah" userId="5261b2f2f3e51194" providerId="LiveId" clId="{6E813FC7-2C39-486A-B82F-53E43BD6D0D8}" dt="2026-10-02T14:18:04.106" v="1" actId="478"/>
          <ac:spMkLst>
            <pc:docMk/>
            <pc:sldMk cId="2977728054" sldId="366"/>
            <ac:spMk id="3" creationId="{0185D601-86C1-40AA-B68A-90906EDD42C9}"/>
          </ac:spMkLst>
        </pc:spChg>
        <pc:spChg chg="add del mod">
          <ac:chgData name="Jonathan Mah" userId="5261b2f2f3e51194" providerId="LiveId" clId="{6E813FC7-2C39-486A-B82F-53E43BD6D0D8}" dt="2026-10-02T14:27:10.681" v="1072" actId="478"/>
          <ac:spMkLst>
            <pc:docMk/>
            <pc:sldMk cId="2977728054" sldId="366"/>
            <ac:spMk id="4" creationId="{32570ED5-4E33-3C45-E060-ADA3ACA41E99}"/>
          </ac:spMkLst>
        </pc:spChg>
        <pc:spChg chg="add del mod">
          <ac:chgData name="Jonathan Mah" userId="5261b2f2f3e51194" providerId="LiveId" clId="{6E813FC7-2C39-486A-B82F-53E43BD6D0D8}" dt="2026-10-02T14:27:10.681" v="1072" actId="478"/>
          <ac:spMkLst>
            <pc:docMk/>
            <pc:sldMk cId="2977728054" sldId="366"/>
            <ac:spMk id="5" creationId="{F87897F7-2C7D-ABC2-2EAF-C107C329D0BA}"/>
          </ac:spMkLst>
        </pc:spChg>
        <pc:spChg chg="add del mod">
          <ac:chgData name="Jonathan Mah" userId="5261b2f2f3e51194" providerId="LiveId" clId="{6E813FC7-2C39-486A-B82F-53E43BD6D0D8}" dt="2026-10-02T14:27:10.681" v="1072" actId="478"/>
          <ac:spMkLst>
            <pc:docMk/>
            <pc:sldMk cId="2977728054" sldId="366"/>
            <ac:spMk id="6" creationId="{4D6DA6FC-8974-BEC1-E5B4-7498C5414CAE}"/>
          </ac:spMkLst>
        </pc:spChg>
        <pc:spChg chg="add del mod">
          <ac:chgData name="Jonathan Mah" userId="5261b2f2f3e51194" providerId="LiveId" clId="{6E813FC7-2C39-486A-B82F-53E43BD6D0D8}" dt="2026-10-02T14:27:10.681" v="1072" actId="478"/>
          <ac:spMkLst>
            <pc:docMk/>
            <pc:sldMk cId="2977728054" sldId="366"/>
            <ac:spMk id="7" creationId="{45F1010C-5AB2-B2AA-50C7-FF85D3F7EFB4}"/>
          </ac:spMkLst>
        </pc:spChg>
        <pc:spChg chg="add del mod">
          <ac:chgData name="Jonathan Mah" userId="5261b2f2f3e51194" providerId="LiveId" clId="{6E813FC7-2C39-486A-B82F-53E43BD6D0D8}" dt="2026-10-02T14:27:10.681" v="1072" actId="478"/>
          <ac:spMkLst>
            <pc:docMk/>
            <pc:sldMk cId="2977728054" sldId="366"/>
            <ac:spMk id="8" creationId="{BA979F66-7A5B-C129-D766-5B5C5F554CD1}"/>
          </ac:spMkLst>
        </pc:spChg>
        <pc:spChg chg="add del mod">
          <ac:chgData name="Jonathan Mah" userId="5261b2f2f3e51194" providerId="LiveId" clId="{6E813FC7-2C39-486A-B82F-53E43BD6D0D8}" dt="2026-10-02T14:27:10.681" v="1072" actId="478"/>
          <ac:spMkLst>
            <pc:docMk/>
            <pc:sldMk cId="2977728054" sldId="366"/>
            <ac:spMk id="9" creationId="{B2B7CEC8-47B3-7927-2D8D-863A48DDF3CD}"/>
          </ac:spMkLst>
        </pc:spChg>
        <pc:spChg chg="add del mod">
          <ac:chgData name="Jonathan Mah" userId="5261b2f2f3e51194" providerId="LiveId" clId="{6E813FC7-2C39-486A-B82F-53E43BD6D0D8}" dt="2026-10-02T14:27:10.681" v="1072" actId="478"/>
          <ac:spMkLst>
            <pc:docMk/>
            <pc:sldMk cId="2977728054" sldId="366"/>
            <ac:spMk id="10" creationId="{62CE9D11-8B14-4AF1-DB08-DD98509F8BD6}"/>
          </ac:spMkLst>
        </pc:spChg>
        <pc:spChg chg="add del mod">
          <ac:chgData name="Jonathan Mah" userId="5261b2f2f3e51194" providerId="LiveId" clId="{6E813FC7-2C39-486A-B82F-53E43BD6D0D8}" dt="2026-10-02T14:18:10.322" v="4" actId="478"/>
          <ac:spMkLst>
            <pc:docMk/>
            <pc:sldMk cId="2977728054" sldId="366"/>
            <ac:spMk id="11" creationId="{77B0C8B8-3ABF-6E59-BF26-CF4081328CC4}"/>
          </ac:spMkLst>
        </pc:spChg>
        <pc:spChg chg="add del mod">
          <ac:chgData name="Jonathan Mah" userId="5261b2f2f3e51194" providerId="LiveId" clId="{6E813FC7-2C39-486A-B82F-53E43BD6D0D8}" dt="2026-10-02T14:27:10.681" v="1072" actId="478"/>
          <ac:spMkLst>
            <pc:docMk/>
            <pc:sldMk cId="2977728054" sldId="366"/>
            <ac:spMk id="19" creationId="{492C87F1-97F3-96B3-5A4E-D13390E45B04}"/>
          </ac:spMkLst>
        </pc:spChg>
        <pc:spChg chg="add mod">
          <ac:chgData name="Jonathan Mah" userId="5261b2f2f3e51194" providerId="LiveId" clId="{6E813FC7-2C39-486A-B82F-53E43BD6D0D8}" dt="2026-10-02T14:27:52.259" v="1248" actId="20577"/>
          <ac:spMkLst>
            <pc:docMk/>
            <pc:sldMk cId="2977728054" sldId="366"/>
            <ac:spMk id="20" creationId="{3FBF0D44-286D-CF4D-9A0D-0A425CC0EC8F}"/>
          </ac:spMkLst>
        </pc:spChg>
        <pc:picChg chg="add del mod">
          <ac:chgData name="Jonathan Mah" userId="5261b2f2f3e51194" providerId="LiveId" clId="{6E813FC7-2C39-486A-B82F-53E43BD6D0D8}" dt="2026-10-02T14:28:01.518" v="1252" actId="478"/>
          <ac:picMkLst>
            <pc:docMk/>
            <pc:sldMk cId="2977728054" sldId="366"/>
            <ac:picMk id="21" creationId="{4305D6A8-7AA2-CD69-5270-B1CE5F40930F}"/>
          </ac:picMkLst>
        </pc:picChg>
        <pc:picChg chg="add del mod">
          <ac:chgData name="Jonathan Mah" userId="5261b2f2f3e51194" providerId="LiveId" clId="{6E813FC7-2C39-486A-B82F-53E43BD6D0D8}" dt="2026-10-02T14:28:01.518" v="1252" actId="478"/>
          <ac:picMkLst>
            <pc:docMk/>
            <pc:sldMk cId="2977728054" sldId="366"/>
            <ac:picMk id="22" creationId="{A53B66BB-E5A0-6F98-C08F-473875D5A5F9}"/>
          </ac:picMkLst>
        </pc:picChg>
        <pc:picChg chg="add del mod">
          <ac:chgData name="Jonathan Mah" userId="5261b2f2f3e51194" providerId="LiveId" clId="{6E813FC7-2C39-486A-B82F-53E43BD6D0D8}" dt="2026-10-02T14:28:01.518" v="1252" actId="478"/>
          <ac:picMkLst>
            <pc:docMk/>
            <pc:sldMk cId="2977728054" sldId="366"/>
            <ac:picMk id="23" creationId="{974DF645-6906-E02A-C51E-C3FC185F2548}"/>
          </ac:picMkLst>
        </pc:picChg>
        <pc:cxnChg chg="mod">
          <ac:chgData name="Jonathan Mah" userId="5261b2f2f3e51194" providerId="LiveId" clId="{6E813FC7-2C39-486A-B82F-53E43BD6D0D8}" dt="2026-10-02T14:18:12.864" v="5" actId="1076"/>
          <ac:cxnSpMkLst>
            <pc:docMk/>
            <pc:sldMk cId="2977728054" sldId="366"/>
            <ac:cxnSpMk id="14" creationId="{B567C61A-2010-781C-6197-2046A94A4CF7}"/>
          </ac:cxnSpMkLst>
        </pc:cxnChg>
        <pc:cxnChg chg="add del mod">
          <ac:chgData name="Jonathan Mah" userId="5261b2f2f3e51194" providerId="LiveId" clId="{6E813FC7-2C39-486A-B82F-53E43BD6D0D8}" dt="2026-10-02T14:27:10.681" v="1072" actId="478"/>
          <ac:cxnSpMkLst>
            <pc:docMk/>
            <pc:sldMk cId="2977728054" sldId="366"/>
            <ac:cxnSpMk id="15" creationId="{EE5AE714-28EF-FE6B-8EFA-14E957262397}"/>
          </ac:cxnSpMkLst>
        </pc:cxnChg>
        <pc:cxnChg chg="add del mod">
          <ac:chgData name="Jonathan Mah" userId="5261b2f2f3e51194" providerId="LiveId" clId="{6E813FC7-2C39-486A-B82F-53E43BD6D0D8}" dt="2026-10-02T14:27:10.681" v="1072" actId="478"/>
          <ac:cxnSpMkLst>
            <pc:docMk/>
            <pc:sldMk cId="2977728054" sldId="366"/>
            <ac:cxnSpMk id="17" creationId="{E386E3D9-1066-02DF-B5A6-C97377A84CAC}"/>
          </ac:cxnSpMkLst>
        </pc:cxnChg>
        <pc:cxnChg chg="del">
          <ac:chgData name="Jonathan Mah" userId="5261b2f2f3e51194" providerId="LiveId" clId="{6E813FC7-2C39-486A-B82F-53E43BD6D0D8}" dt="2026-10-02T14:18:09.794" v="3" actId="478"/>
          <ac:cxnSpMkLst>
            <pc:docMk/>
            <pc:sldMk cId="2977728054" sldId="366"/>
            <ac:cxnSpMk id="18" creationId="{52C2BEDF-2477-0B56-7871-78E8A622F985}"/>
          </ac:cxnSpMkLst>
        </pc:cxnChg>
        <pc:cxnChg chg="add del mod">
          <ac:chgData name="Jonathan Mah" userId="5261b2f2f3e51194" providerId="LiveId" clId="{6E813FC7-2C39-486A-B82F-53E43BD6D0D8}" dt="2026-10-02T14:27:59.656" v="1251" actId="478"/>
          <ac:cxnSpMkLst>
            <pc:docMk/>
            <pc:sldMk cId="2977728054" sldId="366"/>
            <ac:cxnSpMk id="24" creationId="{C6242478-B8E4-CD2E-B078-8E3CC1503BB0}"/>
          </ac:cxnSpMkLst>
        </pc:cxnChg>
        <pc:cxnChg chg="add del mod">
          <ac:chgData name="Jonathan Mah" userId="5261b2f2f3e51194" providerId="LiveId" clId="{6E813FC7-2C39-486A-B82F-53E43BD6D0D8}" dt="2026-10-02T14:28:02.686" v="1253" actId="478"/>
          <ac:cxnSpMkLst>
            <pc:docMk/>
            <pc:sldMk cId="2977728054" sldId="366"/>
            <ac:cxnSpMk id="25" creationId="{66A9293F-C5C0-7BB8-7B81-DD61CC053385}"/>
          </ac:cxnSpMkLst>
        </pc:cxnChg>
        <pc:cxnChg chg="add del mod">
          <ac:chgData name="Jonathan Mah" userId="5261b2f2f3e51194" providerId="LiveId" clId="{6E813FC7-2C39-486A-B82F-53E43BD6D0D8}" dt="2026-10-02T14:28:03.686" v="1254" actId="478"/>
          <ac:cxnSpMkLst>
            <pc:docMk/>
            <pc:sldMk cId="2977728054" sldId="366"/>
            <ac:cxnSpMk id="26" creationId="{0B556FB6-D434-3D75-4BE7-FFA284B55D97}"/>
          </ac:cxnSpMkLst>
        </pc:cxnChg>
        <pc:cxnChg chg="add del mod">
          <ac:chgData name="Jonathan Mah" userId="5261b2f2f3e51194" providerId="LiveId" clId="{6E813FC7-2C39-486A-B82F-53E43BD6D0D8}" dt="2026-10-02T14:28:04.838" v="1255" actId="478"/>
          <ac:cxnSpMkLst>
            <pc:docMk/>
            <pc:sldMk cId="2977728054" sldId="366"/>
            <ac:cxnSpMk id="27" creationId="{3952E5BF-806E-674D-791B-C5F3CF11226B}"/>
          </ac:cxnSpMkLst>
        </pc:cxnChg>
      </pc:sldChg>
      <pc:sldChg chg="modNotesTx">
        <pc:chgData name="Jonathan Mah" userId="5261b2f2f3e51194" providerId="LiveId" clId="{6E813FC7-2C39-486A-B82F-53E43BD6D0D8}" dt="2026-10-02T14:19:56.311" v="428" actId="20577"/>
        <pc:sldMkLst>
          <pc:docMk/>
          <pc:sldMk cId="634519761" sldId="384"/>
        </pc:sldMkLst>
      </pc:sldChg>
      <pc:sldChg chg="modSp mod">
        <pc:chgData name="Jonathan Mah" userId="5261b2f2f3e51194" providerId="LiveId" clId="{6E813FC7-2C39-486A-B82F-53E43BD6D0D8}" dt="2026-10-02T15:48:26.304" v="9282" actId="12"/>
        <pc:sldMkLst>
          <pc:docMk/>
          <pc:sldMk cId="866967453" sldId="390"/>
        </pc:sldMkLst>
        <pc:spChg chg="mod">
          <ac:chgData name="Jonathan Mah" userId="5261b2f2f3e51194" providerId="LiveId" clId="{6E813FC7-2C39-486A-B82F-53E43BD6D0D8}" dt="2026-10-02T15:48:26.304" v="9282" actId="12"/>
          <ac:spMkLst>
            <pc:docMk/>
            <pc:sldMk cId="866967453" sldId="390"/>
            <ac:spMk id="3" creationId="{0185D601-86C1-40AA-B68A-90906EDD42C9}"/>
          </ac:spMkLst>
        </pc:spChg>
      </pc:sldChg>
      <pc:sldChg chg="addSp delSp modSp add mod modNotesTx">
        <pc:chgData name="Jonathan Mah" userId="5261b2f2f3e51194" providerId="LiveId" clId="{6E813FC7-2C39-486A-B82F-53E43BD6D0D8}" dt="2026-10-02T14:27:54.549" v="1249" actId="20577"/>
        <pc:sldMkLst>
          <pc:docMk/>
          <pc:sldMk cId="774283313" sldId="391"/>
        </pc:sldMkLst>
        <pc:spChg chg="del">
          <ac:chgData name="Jonathan Mah" userId="5261b2f2f3e51194" providerId="LiveId" clId="{6E813FC7-2C39-486A-B82F-53E43BD6D0D8}" dt="2026-10-02T14:25:00.586" v="1047" actId="478"/>
          <ac:spMkLst>
            <pc:docMk/>
            <pc:sldMk cId="774283313" sldId="391"/>
            <ac:spMk id="4" creationId="{5FBA69C0-5AD4-BC5B-13AA-2C22E2E2297F}"/>
          </ac:spMkLst>
        </pc:spChg>
        <pc:spChg chg="del">
          <ac:chgData name="Jonathan Mah" userId="5261b2f2f3e51194" providerId="LiveId" clId="{6E813FC7-2C39-486A-B82F-53E43BD6D0D8}" dt="2026-10-02T14:25:00.586" v="1047" actId="478"/>
          <ac:spMkLst>
            <pc:docMk/>
            <pc:sldMk cId="774283313" sldId="391"/>
            <ac:spMk id="5" creationId="{C64A045B-0376-9A7F-F562-1AE8963EFB3D}"/>
          </ac:spMkLst>
        </pc:spChg>
        <pc:spChg chg="del">
          <ac:chgData name="Jonathan Mah" userId="5261b2f2f3e51194" providerId="LiveId" clId="{6E813FC7-2C39-486A-B82F-53E43BD6D0D8}" dt="2026-10-02T14:25:00.586" v="1047" actId="478"/>
          <ac:spMkLst>
            <pc:docMk/>
            <pc:sldMk cId="774283313" sldId="391"/>
            <ac:spMk id="6" creationId="{211DD587-1294-BB2B-E31A-5DCF81BF052E}"/>
          </ac:spMkLst>
        </pc:spChg>
        <pc:spChg chg="del">
          <ac:chgData name="Jonathan Mah" userId="5261b2f2f3e51194" providerId="LiveId" clId="{6E813FC7-2C39-486A-B82F-53E43BD6D0D8}" dt="2026-10-02T14:25:00.586" v="1047" actId="478"/>
          <ac:spMkLst>
            <pc:docMk/>
            <pc:sldMk cId="774283313" sldId="391"/>
            <ac:spMk id="7" creationId="{11C24E8F-A5D2-CDAE-5D59-D75F6E90134A}"/>
          </ac:spMkLst>
        </pc:spChg>
        <pc:spChg chg="del">
          <ac:chgData name="Jonathan Mah" userId="5261b2f2f3e51194" providerId="LiveId" clId="{6E813FC7-2C39-486A-B82F-53E43BD6D0D8}" dt="2026-10-02T14:25:00.586" v="1047" actId="478"/>
          <ac:spMkLst>
            <pc:docMk/>
            <pc:sldMk cId="774283313" sldId="391"/>
            <ac:spMk id="8" creationId="{A49115C3-F89C-849E-3B62-946F6E383C60}"/>
          </ac:spMkLst>
        </pc:spChg>
        <pc:spChg chg="del">
          <ac:chgData name="Jonathan Mah" userId="5261b2f2f3e51194" providerId="LiveId" clId="{6E813FC7-2C39-486A-B82F-53E43BD6D0D8}" dt="2026-10-02T14:25:00.586" v="1047" actId="478"/>
          <ac:spMkLst>
            <pc:docMk/>
            <pc:sldMk cId="774283313" sldId="391"/>
            <ac:spMk id="9" creationId="{D9D4D523-FD59-6CEE-AFDF-365A92EBFB3F}"/>
          </ac:spMkLst>
        </pc:spChg>
        <pc:spChg chg="del">
          <ac:chgData name="Jonathan Mah" userId="5261b2f2f3e51194" providerId="LiveId" clId="{6E813FC7-2C39-486A-B82F-53E43BD6D0D8}" dt="2026-10-02T14:25:00.586" v="1047" actId="478"/>
          <ac:spMkLst>
            <pc:docMk/>
            <pc:sldMk cId="774283313" sldId="391"/>
            <ac:spMk id="10" creationId="{9795BC18-041A-EC49-0385-BDE8BEC155B2}"/>
          </ac:spMkLst>
        </pc:spChg>
        <pc:spChg chg="mod">
          <ac:chgData name="Jonathan Mah" userId="5261b2f2f3e51194" providerId="LiveId" clId="{6E813FC7-2C39-486A-B82F-53E43BD6D0D8}" dt="2026-10-02T14:27:54.549" v="1249" actId="20577"/>
          <ac:spMkLst>
            <pc:docMk/>
            <pc:sldMk cId="774283313" sldId="391"/>
            <ac:spMk id="19" creationId="{B499C7D1-1B7C-6A4B-4D9C-73868F9958EB}"/>
          </ac:spMkLst>
        </pc:spChg>
        <pc:picChg chg="add mod">
          <ac:chgData name="Jonathan Mah" userId="5261b2f2f3e51194" providerId="LiveId" clId="{6E813FC7-2C39-486A-B82F-53E43BD6D0D8}" dt="2026-10-02T14:25:48.292" v="1055" actId="1076"/>
          <ac:picMkLst>
            <pc:docMk/>
            <pc:sldMk cId="774283313" sldId="391"/>
            <ac:picMk id="11" creationId="{3053D5B5-B94C-F00B-3D0A-0485BCEE1082}"/>
          </ac:picMkLst>
        </pc:picChg>
        <pc:picChg chg="add mod">
          <ac:chgData name="Jonathan Mah" userId="5261b2f2f3e51194" providerId="LiveId" clId="{6E813FC7-2C39-486A-B82F-53E43BD6D0D8}" dt="2026-10-02T14:25:48.292" v="1055" actId="1076"/>
          <ac:picMkLst>
            <pc:docMk/>
            <pc:sldMk cId="774283313" sldId="391"/>
            <ac:picMk id="20" creationId="{05982BF0-D4A6-7691-5439-AB4076E0B415}"/>
          </ac:picMkLst>
        </pc:picChg>
        <pc:picChg chg="add mod">
          <ac:chgData name="Jonathan Mah" userId="5261b2f2f3e51194" providerId="LiveId" clId="{6E813FC7-2C39-486A-B82F-53E43BD6D0D8}" dt="2026-10-02T14:25:48.292" v="1055" actId="1076"/>
          <ac:picMkLst>
            <pc:docMk/>
            <pc:sldMk cId="774283313" sldId="391"/>
            <ac:picMk id="22" creationId="{0C2C4AC3-7317-934D-AE27-D09DA3D2F7CD}"/>
          </ac:picMkLst>
        </pc:picChg>
        <pc:cxnChg chg="del">
          <ac:chgData name="Jonathan Mah" userId="5261b2f2f3e51194" providerId="LiveId" clId="{6E813FC7-2C39-486A-B82F-53E43BD6D0D8}" dt="2026-10-02T14:25:00.586" v="1047" actId="478"/>
          <ac:cxnSpMkLst>
            <pc:docMk/>
            <pc:sldMk cId="774283313" sldId="391"/>
            <ac:cxnSpMk id="12" creationId="{5398A483-0E97-7969-D14B-4F5C087E67FC}"/>
          </ac:cxnSpMkLst>
        </pc:cxnChg>
        <pc:cxnChg chg="del">
          <ac:chgData name="Jonathan Mah" userId="5261b2f2f3e51194" providerId="LiveId" clId="{6E813FC7-2C39-486A-B82F-53E43BD6D0D8}" dt="2026-10-02T14:25:00.586" v="1047" actId="478"/>
          <ac:cxnSpMkLst>
            <pc:docMk/>
            <pc:sldMk cId="774283313" sldId="391"/>
            <ac:cxnSpMk id="14" creationId="{D91DCD39-D423-E068-F178-38EB308FEE4E}"/>
          </ac:cxnSpMkLst>
        </pc:cxnChg>
        <pc:cxnChg chg="del">
          <ac:chgData name="Jonathan Mah" userId="5261b2f2f3e51194" providerId="LiveId" clId="{6E813FC7-2C39-486A-B82F-53E43BD6D0D8}" dt="2026-10-02T14:25:00.586" v="1047" actId="478"/>
          <ac:cxnSpMkLst>
            <pc:docMk/>
            <pc:sldMk cId="774283313" sldId="391"/>
            <ac:cxnSpMk id="16" creationId="{D4A5306C-FE44-DCE7-508E-F7087EEF6888}"/>
          </ac:cxnSpMkLst>
        </pc:cxnChg>
        <pc:cxnChg chg="add mod">
          <ac:chgData name="Jonathan Mah" userId="5261b2f2f3e51194" providerId="LiveId" clId="{6E813FC7-2C39-486A-B82F-53E43BD6D0D8}" dt="2026-10-02T14:26:19.334" v="1060" actId="14100"/>
          <ac:cxnSpMkLst>
            <pc:docMk/>
            <pc:sldMk cId="774283313" sldId="391"/>
            <ac:cxnSpMk id="24" creationId="{FC713E6A-F3B4-6A49-0EA6-9CC2C887E365}"/>
          </ac:cxnSpMkLst>
        </pc:cxnChg>
        <pc:cxnChg chg="add mod">
          <ac:chgData name="Jonathan Mah" userId="5261b2f2f3e51194" providerId="LiveId" clId="{6E813FC7-2C39-486A-B82F-53E43BD6D0D8}" dt="2026-10-02T14:26:48.217" v="1067" actId="14100"/>
          <ac:cxnSpMkLst>
            <pc:docMk/>
            <pc:sldMk cId="774283313" sldId="391"/>
            <ac:cxnSpMk id="27" creationId="{1BB077D4-AE77-6F6B-E8F2-C64C58F51F3A}"/>
          </ac:cxnSpMkLst>
        </pc:cxnChg>
        <pc:cxnChg chg="add mod">
          <ac:chgData name="Jonathan Mah" userId="5261b2f2f3e51194" providerId="LiveId" clId="{6E813FC7-2C39-486A-B82F-53E43BD6D0D8}" dt="2026-10-02T14:26:55.445" v="1069" actId="1076"/>
          <ac:cxnSpMkLst>
            <pc:docMk/>
            <pc:sldMk cId="774283313" sldId="391"/>
            <ac:cxnSpMk id="29" creationId="{B35256AE-E08C-CEC5-B09A-98D011184A19}"/>
          </ac:cxnSpMkLst>
        </pc:cxnChg>
        <pc:cxnChg chg="add mod">
          <ac:chgData name="Jonathan Mah" userId="5261b2f2f3e51194" providerId="LiveId" clId="{6E813FC7-2C39-486A-B82F-53E43BD6D0D8}" dt="2026-10-02T14:27:00.556" v="1071" actId="1076"/>
          <ac:cxnSpMkLst>
            <pc:docMk/>
            <pc:sldMk cId="774283313" sldId="391"/>
            <ac:cxnSpMk id="30" creationId="{AFF4C53D-71F7-1542-2852-28C7C2C4B1F6}"/>
          </ac:cxnSpMkLst>
        </pc:cxnChg>
      </pc:sldChg>
      <pc:sldChg chg="addSp modSp add mod modNotesTx">
        <pc:chgData name="Jonathan Mah" userId="5261b2f2f3e51194" providerId="LiveId" clId="{6E813FC7-2C39-486A-B82F-53E43BD6D0D8}" dt="2026-10-02T14:37:17.665" v="2427" actId="20577"/>
        <pc:sldMkLst>
          <pc:docMk/>
          <pc:sldMk cId="723170763" sldId="392"/>
        </pc:sldMkLst>
        <pc:spChg chg="add mod">
          <ac:chgData name="Jonathan Mah" userId="5261b2f2f3e51194" providerId="LiveId" clId="{6E813FC7-2C39-486A-B82F-53E43BD6D0D8}" dt="2026-10-02T14:32:55.756" v="1769" actId="1076"/>
          <ac:spMkLst>
            <pc:docMk/>
            <pc:sldMk cId="723170763" sldId="392"/>
            <ac:spMk id="4" creationId="{486C1D2B-4A41-C821-3981-8F1D952A61D0}"/>
          </ac:spMkLst>
        </pc:spChg>
        <pc:spChg chg="add mod">
          <ac:chgData name="Jonathan Mah" userId="5261b2f2f3e51194" providerId="LiveId" clId="{6E813FC7-2C39-486A-B82F-53E43BD6D0D8}" dt="2026-10-02T14:31:49.330" v="1722" actId="20577"/>
          <ac:spMkLst>
            <pc:docMk/>
            <pc:sldMk cId="723170763" sldId="392"/>
            <ac:spMk id="6" creationId="{69A490A3-6475-1079-181B-06C84DB9D18C}"/>
          </ac:spMkLst>
        </pc:spChg>
        <pc:spChg chg="add mod">
          <ac:chgData name="Jonathan Mah" userId="5261b2f2f3e51194" providerId="LiveId" clId="{6E813FC7-2C39-486A-B82F-53E43BD6D0D8}" dt="2026-10-02T14:34:09.086" v="1846" actId="1076"/>
          <ac:spMkLst>
            <pc:docMk/>
            <pc:sldMk cId="723170763" sldId="392"/>
            <ac:spMk id="8" creationId="{E5AF2B5B-FF3D-8B8D-A977-2F4C9757969B}"/>
          </ac:spMkLst>
        </pc:spChg>
      </pc:sldChg>
      <pc:sldChg chg="addSp delSp modSp add mod ord modNotesTx">
        <pc:chgData name="Jonathan Mah" userId="5261b2f2f3e51194" providerId="LiveId" clId="{6E813FC7-2C39-486A-B82F-53E43BD6D0D8}" dt="2026-10-02T15:07:58.234" v="4603" actId="20577"/>
        <pc:sldMkLst>
          <pc:docMk/>
          <pc:sldMk cId="3921950806" sldId="393"/>
        </pc:sldMkLst>
        <pc:spChg chg="mod">
          <ac:chgData name="Jonathan Mah" userId="5261b2f2f3e51194" providerId="LiveId" clId="{6E813FC7-2C39-486A-B82F-53E43BD6D0D8}" dt="2026-10-02T15:03:37.516" v="4075" actId="1076"/>
          <ac:spMkLst>
            <pc:docMk/>
            <pc:sldMk cId="3921950806" sldId="393"/>
            <ac:spMk id="2" creationId="{21EA748F-25EF-13C7-D419-D6B393CEADD7}"/>
          </ac:spMkLst>
        </pc:spChg>
        <pc:spChg chg="del">
          <ac:chgData name="Jonathan Mah" userId="5261b2f2f3e51194" providerId="LiveId" clId="{6E813FC7-2C39-486A-B82F-53E43BD6D0D8}" dt="2026-10-02T14:38:30.287" v="2504" actId="478"/>
          <ac:spMkLst>
            <pc:docMk/>
            <pc:sldMk cId="3921950806" sldId="393"/>
            <ac:spMk id="4" creationId="{3E31A28C-3DD8-AA48-35CA-C1935E5A4B8A}"/>
          </ac:spMkLst>
        </pc:spChg>
        <pc:spChg chg="del">
          <ac:chgData name="Jonathan Mah" userId="5261b2f2f3e51194" providerId="LiveId" clId="{6E813FC7-2C39-486A-B82F-53E43BD6D0D8}" dt="2026-10-02T14:38:30.287" v="2504" actId="478"/>
          <ac:spMkLst>
            <pc:docMk/>
            <pc:sldMk cId="3921950806" sldId="393"/>
            <ac:spMk id="6" creationId="{0F0C81C7-F127-4BD2-1AF9-0E3315FBDE82}"/>
          </ac:spMkLst>
        </pc:spChg>
        <pc:spChg chg="del">
          <ac:chgData name="Jonathan Mah" userId="5261b2f2f3e51194" providerId="LiveId" clId="{6E813FC7-2C39-486A-B82F-53E43BD6D0D8}" dt="2026-10-02T14:38:30.287" v="2504" actId="478"/>
          <ac:spMkLst>
            <pc:docMk/>
            <pc:sldMk cId="3921950806" sldId="393"/>
            <ac:spMk id="8" creationId="{3D7AFED3-16A5-CC0E-A743-376D4001D30C}"/>
          </ac:spMkLst>
        </pc:spChg>
        <pc:spChg chg="add del mod">
          <ac:chgData name="Jonathan Mah" userId="5261b2f2f3e51194" providerId="LiveId" clId="{6E813FC7-2C39-486A-B82F-53E43BD6D0D8}" dt="2026-10-02T14:45:43.928" v="2989" actId="478"/>
          <ac:spMkLst>
            <pc:docMk/>
            <pc:sldMk cId="3921950806" sldId="393"/>
            <ac:spMk id="9" creationId="{CAFB4DCE-9BC7-99D4-807B-D54D797CA3DF}"/>
          </ac:spMkLst>
        </pc:spChg>
        <pc:spChg chg="add del mod">
          <ac:chgData name="Jonathan Mah" userId="5261b2f2f3e51194" providerId="LiveId" clId="{6E813FC7-2C39-486A-B82F-53E43BD6D0D8}" dt="2026-10-02T15:03:20.887" v="4069" actId="478"/>
          <ac:spMkLst>
            <pc:docMk/>
            <pc:sldMk cId="3921950806" sldId="393"/>
            <ac:spMk id="12" creationId="{EAB1CC63-16BD-1E37-CB29-FFDE90C61AD6}"/>
          </ac:spMkLst>
        </pc:spChg>
        <pc:spChg chg="add mod">
          <ac:chgData name="Jonathan Mah" userId="5261b2f2f3e51194" providerId="LiveId" clId="{6E813FC7-2C39-486A-B82F-53E43BD6D0D8}" dt="2026-10-02T15:03:09.070" v="4067" actId="1076"/>
          <ac:spMkLst>
            <pc:docMk/>
            <pc:sldMk cId="3921950806" sldId="393"/>
            <ac:spMk id="17" creationId="{38FBFA14-1A53-081D-193E-1A551B9EE97B}"/>
          </ac:spMkLst>
        </pc:spChg>
        <pc:spChg chg="del">
          <ac:chgData name="Jonathan Mah" userId="5261b2f2f3e51194" providerId="LiveId" clId="{6E813FC7-2C39-486A-B82F-53E43BD6D0D8}" dt="2026-10-02T14:38:30.287" v="2504" actId="478"/>
          <ac:spMkLst>
            <pc:docMk/>
            <pc:sldMk cId="3921950806" sldId="393"/>
            <ac:spMk id="19" creationId="{BC953B07-E275-0527-A6BC-850114BD3BA4}"/>
          </ac:spMkLst>
        </pc:spChg>
        <pc:spChg chg="add del mod">
          <ac:chgData name="Jonathan Mah" userId="5261b2f2f3e51194" providerId="LiveId" clId="{6E813FC7-2C39-486A-B82F-53E43BD6D0D8}" dt="2026-10-02T14:59:38.116" v="3982" actId="478"/>
          <ac:spMkLst>
            <pc:docMk/>
            <pc:sldMk cId="3921950806" sldId="393"/>
            <ac:spMk id="21" creationId="{DD8C5572-6E69-B344-28B6-CC429FE71108}"/>
          </ac:spMkLst>
        </pc:spChg>
        <pc:spChg chg="add del mod">
          <ac:chgData name="Jonathan Mah" userId="5261b2f2f3e51194" providerId="LiveId" clId="{6E813FC7-2C39-486A-B82F-53E43BD6D0D8}" dt="2026-10-02T14:59:37.010" v="3981" actId="478"/>
          <ac:spMkLst>
            <pc:docMk/>
            <pc:sldMk cId="3921950806" sldId="393"/>
            <ac:spMk id="25" creationId="{7CF12DF0-F7F9-D3D7-384D-24B55BC62564}"/>
          </ac:spMkLst>
        </pc:spChg>
        <pc:spChg chg="add del mod">
          <ac:chgData name="Jonathan Mah" userId="5261b2f2f3e51194" providerId="LiveId" clId="{6E813FC7-2C39-486A-B82F-53E43BD6D0D8}" dt="2026-10-02T14:59:54.214" v="3987" actId="478"/>
          <ac:spMkLst>
            <pc:docMk/>
            <pc:sldMk cId="3921950806" sldId="393"/>
            <ac:spMk id="31" creationId="{96B5395D-DC46-7CBC-4DC6-13CD1F67E5D6}"/>
          </ac:spMkLst>
        </pc:spChg>
        <pc:spChg chg="add del mod">
          <ac:chgData name="Jonathan Mah" userId="5261b2f2f3e51194" providerId="LiveId" clId="{6E813FC7-2C39-486A-B82F-53E43BD6D0D8}" dt="2026-10-02T14:59:54.214" v="3987" actId="478"/>
          <ac:spMkLst>
            <pc:docMk/>
            <pc:sldMk cId="3921950806" sldId="393"/>
            <ac:spMk id="32" creationId="{EB4D3FA1-8D2A-036C-5CCB-872E7DB6E9CA}"/>
          </ac:spMkLst>
        </pc:spChg>
        <pc:spChg chg="add del mod">
          <ac:chgData name="Jonathan Mah" userId="5261b2f2f3e51194" providerId="LiveId" clId="{6E813FC7-2C39-486A-B82F-53E43BD6D0D8}" dt="2026-10-02T14:59:54.214" v="3987" actId="478"/>
          <ac:spMkLst>
            <pc:docMk/>
            <pc:sldMk cId="3921950806" sldId="393"/>
            <ac:spMk id="33" creationId="{9C63BC7E-8187-434B-25D4-CBDEE3C55BC8}"/>
          </ac:spMkLst>
        </pc:spChg>
        <pc:spChg chg="add del mod">
          <ac:chgData name="Jonathan Mah" userId="5261b2f2f3e51194" providerId="LiveId" clId="{6E813FC7-2C39-486A-B82F-53E43BD6D0D8}" dt="2026-10-02T14:59:51.033" v="3986" actId="478"/>
          <ac:spMkLst>
            <pc:docMk/>
            <pc:sldMk cId="3921950806" sldId="393"/>
            <ac:spMk id="40" creationId="{6C6F699C-77FE-22A5-144D-5D03E156A400}"/>
          </ac:spMkLst>
        </pc:spChg>
        <pc:spChg chg="add del mod">
          <ac:chgData name="Jonathan Mah" userId="5261b2f2f3e51194" providerId="LiveId" clId="{6E813FC7-2C39-486A-B82F-53E43BD6D0D8}" dt="2026-10-02T14:59:41.829" v="3983" actId="478"/>
          <ac:spMkLst>
            <pc:docMk/>
            <pc:sldMk cId="3921950806" sldId="393"/>
            <ac:spMk id="42" creationId="{5ADF6684-406E-20C3-7C2A-B54CDE6D1934}"/>
          </ac:spMkLst>
        </pc:spChg>
        <pc:spChg chg="add del mod">
          <ac:chgData name="Jonathan Mah" userId="5261b2f2f3e51194" providerId="LiveId" clId="{6E813FC7-2C39-486A-B82F-53E43BD6D0D8}" dt="2026-10-02T14:59:54.214" v="3987" actId="478"/>
          <ac:spMkLst>
            <pc:docMk/>
            <pc:sldMk cId="3921950806" sldId="393"/>
            <ac:spMk id="44" creationId="{A8070FC5-70E6-FED1-FC6F-8D1B5755C5DE}"/>
          </ac:spMkLst>
        </pc:spChg>
        <pc:spChg chg="add del mod">
          <ac:chgData name="Jonathan Mah" userId="5261b2f2f3e51194" providerId="LiveId" clId="{6E813FC7-2C39-486A-B82F-53E43BD6D0D8}" dt="2026-10-02T14:59:54.214" v="3987" actId="478"/>
          <ac:spMkLst>
            <pc:docMk/>
            <pc:sldMk cId="3921950806" sldId="393"/>
            <ac:spMk id="46" creationId="{C5322F2B-A15D-D736-4E5C-182C8FAFCC3E}"/>
          </ac:spMkLst>
        </pc:spChg>
        <pc:spChg chg="add mod">
          <ac:chgData name="Jonathan Mah" userId="5261b2f2f3e51194" providerId="LiveId" clId="{6E813FC7-2C39-486A-B82F-53E43BD6D0D8}" dt="2026-10-02T15:03:29.828" v="4070" actId="1076"/>
          <ac:spMkLst>
            <pc:docMk/>
            <pc:sldMk cId="3921950806" sldId="393"/>
            <ac:spMk id="48" creationId="{CC89D0B3-DD22-B00C-21B8-96BD5248559F}"/>
          </ac:spMkLst>
        </pc:spChg>
        <pc:spChg chg="add del mod">
          <ac:chgData name="Jonathan Mah" userId="5261b2f2f3e51194" providerId="LiveId" clId="{6E813FC7-2C39-486A-B82F-53E43BD6D0D8}" dt="2026-10-02T15:07:09.306" v="4357" actId="478"/>
          <ac:spMkLst>
            <pc:docMk/>
            <pc:sldMk cId="3921950806" sldId="393"/>
            <ac:spMk id="50" creationId="{276546B2-3D42-0DE4-8121-EA3B5D9FE30C}"/>
          </ac:spMkLst>
        </pc:spChg>
        <pc:spChg chg="add del mod">
          <ac:chgData name="Jonathan Mah" userId="5261b2f2f3e51194" providerId="LiveId" clId="{6E813FC7-2C39-486A-B82F-53E43BD6D0D8}" dt="2026-10-02T14:59:54.214" v="3987" actId="478"/>
          <ac:spMkLst>
            <pc:docMk/>
            <pc:sldMk cId="3921950806" sldId="393"/>
            <ac:spMk id="52" creationId="{11D13858-64DE-64B5-2697-62A5155BFA90}"/>
          </ac:spMkLst>
        </pc:spChg>
        <pc:spChg chg="add del mod">
          <ac:chgData name="Jonathan Mah" userId="5261b2f2f3e51194" providerId="LiveId" clId="{6E813FC7-2C39-486A-B82F-53E43BD6D0D8}" dt="2026-10-02T14:59:54.214" v="3987" actId="478"/>
          <ac:spMkLst>
            <pc:docMk/>
            <pc:sldMk cId="3921950806" sldId="393"/>
            <ac:spMk id="54" creationId="{0CE57B58-10F9-28C7-94C9-FF4A8FC63B6A}"/>
          </ac:spMkLst>
        </pc:spChg>
        <pc:spChg chg="add mod">
          <ac:chgData name="Jonathan Mah" userId="5261b2f2f3e51194" providerId="LiveId" clId="{6E813FC7-2C39-486A-B82F-53E43BD6D0D8}" dt="2026-10-02T15:03:29.828" v="4070" actId="1076"/>
          <ac:spMkLst>
            <pc:docMk/>
            <pc:sldMk cId="3921950806" sldId="393"/>
            <ac:spMk id="56" creationId="{266D1A24-9F94-E511-ACFF-04713F70359A}"/>
          </ac:spMkLst>
        </pc:spChg>
        <pc:spChg chg="add del mod">
          <ac:chgData name="Jonathan Mah" userId="5261b2f2f3e51194" providerId="LiveId" clId="{6E813FC7-2C39-486A-B82F-53E43BD6D0D8}" dt="2026-10-02T15:03:35.301" v="4073" actId="478"/>
          <ac:spMkLst>
            <pc:docMk/>
            <pc:sldMk cId="3921950806" sldId="393"/>
            <ac:spMk id="58" creationId="{7388D62F-BCB6-74B0-D822-FEDF86B666D0}"/>
          </ac:spMkLst>
        </pc:spChg>
        <pc:spChg chg="add del mod">
          <ac:chgData name="Jonathan Mah" userId="5261b2f2f3e51194" providerId="LiveId" clId="{6E813FC7-2C39-486A-B82F-53E43BD6D0D8}" dt="2026-10-02T15:03:38.994" v="4076" actId="478"/>
          <ac:spMkLst>
            <pc:docMk/>
            <pc:sldMk cId="3921950806" sldId="393"/>
            <ac:spMk id="60" creationId="{635604C1-A39A-E31A-E84B-5FD3D48C4582}"/>
          </ac:spMkLst>
        </pc:spChg>
        <pc:spChg chg="add del mod">
          <ac:chgData name="Jonathan Mah" userId="5261b2f2f3e51194" providerId="LiveId" clId="{6E813FC7-2C39-486A-B82F-53E43BD6D0D8}" dt="2026-10-02T15:03:38.994" v="4076" actId="478"/>
          <ac:spMkLst>
            <pc:docMk/>
            <pc:sldMk cId="3921950806" sldId="393"/>
            <ac:spMk id="62" creationId="{DDD92AC6-555C-22AA-8775-5A8FF2749EC0}"/>
          </ac:spMkLst>
        </pc:spChg>
        <pc:spChg chg="add del mod">
          <ac:chgData name="Jonathan Mah" userId="5261b2f2f3e51194" providerId="LiveId" clId="{6E813FC7-2C39-486A-B82F-53E43BD6D0D8}" dt="2026-10-02T15:03:38.994" v="4076" actId="478"/>
          <ac:spMkLst>
            <pc:docMk/>
            <pc:sldMk cId="3921950806" sldId="393"/>
            <ac:spMk id="64" creationId="{3712D058-A469-51C2-3A9E-AE26DA04FE0D}"/>
          </ac:spMkLst>
        </pc:spChg>
        <pc:spChg chg="add mod">
          <ac:chgData name="Jonathan Mah" userId="5261b2f2f3e51194" providerId="LiveId" clId="{6E813FC7-2C39-486A-B82F-53E43BD6D0D8}" dt="2026-10-02T15:05:28.077" v="4141" actId="1076"/>
          <ac:spMkLst>
            <pc:docMk/>
            <pc:sldMk cId="3921950806" sldId="393"/>
            <ac:spMk id="66" creationId="{8AF1B89B-039F-481A-E6FC-35F1538AB5D4}"/>
          </ac:spMkLst>
        </pc:spChg>
        <pc:spChg chg="add del mod">
          <ac:chgData name="Jonathan Mah" userId="5261b2f2f3e51194" providerId="LiveId" clId="{6E813FC7-2C39-486A-B82F-53E43BD6D0D8}" dt="2026-10-02T15:03:34.838" v="4072" actId="478"/>
          <ac:spMkLst>
            <pc:docMk/>
            <pc:sldMk cId="3921950806" sldId="393"/>
            <ac:spMk id="68" creationId="{A94F09EB-5F95-CF10-7A59-A90A9BF44FC3}"/>
          </ac:spMkLst>
        </pc:spChg>
        <pc:spChg chg="add del mod">
          <ac:chgData name="Jonathan Mah" userId="5261b2f2f3e51194" providerId="LiveId" clId="{6E813FC7-2C39-486A-B82F-53E43BD6D0D8}" dt="2026-10-02T15:03:38.994" v="4076" actId="478"/>
          <ac:spMkLst>
            <pc:docMk/>
            <pc:sldMk cId="3921950806" sldId="393"/>
            <ac:spMk id="70" creationId="{ED8B7D20-3F5E-9837-BF1C-84727DFFC0CF}"/>
          </ac:spMkLst>
        </pc:spChg>
        <pc:spChg chg="add del mod">
          <ac:chgData name="Jonathan Mah" userId="5261b2f2f3e51194" providerId="LiveId" clId="{6E813FC7-2C39-486A-B82F-53E43BD6D0D8}" dt="2026-10-02T15:03:34.406" v="4071" actId="478"/>
          <ac:spMkLst>
            <pc:docMk/>
            <pc:sldMk cId="3921950806" sldId="393"/>
            <ac:spMk id="72" creationId="{2C58A875-D005-7794-EE19-BE414BB9F977}"/>
          </ac:spMkLst>
        </pc:spChg>
        <pc:spChg chg="add del mod">
          <ac:chgData name="Jonathan Mah" userId="5261b2f2f3e51194" providerId="LiveId" clId="{6E813FC7-2C39-486A-B82F-53E43BD6D0D8}" dt="2026-10-02T15:03:38.994" v="4076" actId="478"/>
          <ac:spMkLst>
            <pc:docMk/>
            <pc:sldMk cId="3921950806" sldId="393"/>
            <ac:spMk id="74" creationId="{46AF7875-1BE9-19AC-58F8-D1BD491F86C3}"/>
          </ac:spMkLst>
        </pc:spChg>
        <pc:spChg chg="add mod">
          <ac:chgData name="Jonathan Mah" userId="5261b2f2f3e51194" providerId="LiveId" clId="{6E813FC7-2C39-486A-B82F-53E43BD6D0D8}" dt="2026-10-02T15:03:59.661" v="4084" actId="1036"/>
          <ac:spMkLst>
            <pc:docMk/>
            <pc:sldMk cId="3921950806" sldId="393"/>
            <ac:spMk id="77" creationId="{37725DEF-FBCC-2B23-A3E7-846D413A8F90}"/>
          </ac:spMkLst>
        </pc:spChg>
        <pc:spChg chg="add mod">
          <ac:chgData name="Jonathan Mah" userId="5261b2f2f3e51194" providerId="LiveId" clId="{6E813FC7-2C39-486A-B82F-53E43BD6D0D8}" dt="2026-10-02T15:05:04.357" v="4118" actId="1076"/>
          <ac:spMkLst>
            <pc:docMk/>
            <pc:sldMk cId="3921950806" sldId="393"/>
            <ac:spMk id="78" creationId="{1DB6D1C2-DEC0-7B76-7DBB-FF2360B4D6B0}"/>
          </ac:spMkLst>
        </pc:spChg>
        <pc:spChg chg="add del mod">
          <ac:chgData name="Jonathan Mah" userId="5261b2f2f3e51194" providerId="LiveId" clId="{6E813FC7-2C39-486A-B82F-53E43BD6D0D8}" dt="2026-10-02T15:07:09.306" v="4357" actId="478"/>
          <ac:spMkLst>
            <pc:docMk/>
            <pc:sldMk cId="3921950806" sldId="393"/>
            <ac:spMk id="79" creationId="{ADB0452F-0F07-0F93-49F0-86564E8F5E1E}"/>
          </ac:spMkLst>
        </pc:spChg>
        <pc:spChg chg="mod">
          <ac:chgData name="Jonathan Mah" userId="5261b2f2f3e51194" providerId="LiveId" clId="{6E813FC7-2C39-486A-B82F-53E43BD6D0D8}" dt="2026-10-02T15:05:28.077" v="4141" actId="1076"/>
          <ac:spMkLst>
            <pc:docMk/>
            <pc:sldMk cId="3921950806" sldId="393"/>
            <ac:spMk id="80" creationId="{7888967E-5434-1F2A-265F-7284E59D8EED}"/>
          </ac:spMkLst>
        </pc:spChg>
        <pc:spChg chg="add del mod">
          <ac:chgData name="Jonathan Mah" userId="5261b2f2f3e51194" providerId="LiveId" clId="{6E813FC7-2C39-486A-B82F-53E43BD6D0D8}" dt="2026-10-02T15:07:09.306" v="4357" actId="478"/>
          <ac:spMkLst>
            <pc:docMk/>
            <pc:sldMk cId="3921950806" sldId="393"/>
            <ac:spMk id="81" creationId="{A5F164C9-E2B3-68B7-79EC-AD7FC6F697DB}"/>
          </ac:spMkLst>
        </pc:spChg>
        <pc:spChg chg="del">
          <ac:chgData name="Jonathan Mah" userId="5261b2f2f3e51194" providerId="LiveId" clId="{6E813FC7-2C39-486A-B82F-53E43BD6D0D8}" dt="2026-10-02T15:03:47.033" v="4080" actId="478"/>
          <ac:spMkLst>
            <pc:docMk/>
            <pc:sldMk cId="3921950806" sldId="393"/>
            <ac:spMk id="82" creationId="{3240CFA6-573B-EF56-5AAC-4F88812A5EB8}"/>
          </ac:spMkLst>
        </pc:spChg>
        <pc:spChg chg="del">
          <ac:chgData name="Jonathan Mah" userId="5261b2f2f3e51194" providerId="LiveId" clId="{6E813FC7-2C39-486A-B82F-53E43BD6D0D8}" dt="2026-10-02T15:03:47.033" v="4080" actId="478"/>
          <ac:spMkLst>
            <pc:docMk/>
            <pc:sldMk cId="3921950806" sldId="393"/>
            <ac:spMk id="83" creationId="{F5F4279F-C79E-43C3-C37C-0CAD8517C669}"/>
          </ac:spMkLst>
        </pc:spChg>
        <pc:spChg chg="add del mod">
          <ac:chgData name="Jonathan Mah" userId="5261b2f2f3e51194" providerId="LiveId" clId="{6E813FC7-2C39-486A-B82F-53E43BD6D0D8}" dt="2026-10-02T15:03:47.033" v="4080" actId="478"/>
          <ac:spMkLst>
            <pc:docMk/>
            <pc:sldMk cId="3921950806" sldId="393"/>
            <ac:spMk id="84" creationId="{5FCEF483-82D6-A20C-735B-241B3D1DC772}"/>
          </ac:spMkLst>
        </pc:spChg>
        <pc:spChg chg="add mod">
          <ac:chgData name="Jonathan Mah" userId="5261b2f2f3e51194" providerId="LiveId" clId="{6E813FC7-2C39-486A-B82F-53E43BD6D0D8}" dt="2026-10-02T15:03:59.661" v="4084" actId="1036"/>
          <ac:spMkLst>
            <pc:docMk/>
            <pc:sldMk cId="3921950806" sldId="393"/>
            <ac:spMk id="85" creationId="{E4ADAEA2-E215-7C9E-381A-38E09FB1EC2F}"/>
          </ac:spMkLst>
        </pc:spChg>
        <pc:spChg chg="add del mod">
          <ac:chgData name="Jonathan Mah" userId="5261b2f2f3e51194" providerId="LiveId" clId="{6E813FC7-2C39-486A-B82F-53E43BD6D0D8}" dt="2026-10-02T15:03:44.808" v="4079" actId="478"/>
          <ac:spMkLst>
            <pc:docMk/>
            <pc:sldMk cId="3921950806" sldId="393"/>
            <ac:spMk id="86" creationId="{8282FAE4-BD13-0CE1-604A-5A5E47660F8B}"/>
          </ac:spMkLst>
        </pc:spChg>
        <pc:spChg chg="add del mod">
          <ac:chgData name="Jonathan Mah" userId="5261b2f2f3e51194" providerId="LiveId" clId="{6E813FC7-2C39-486A-B82F-53E43BD6D0D8}" dt="2026-10-02T15:03:47.033" v="4080" actId="478"/>
          <ac:spMkLst>
            <pc:docMk/>
            <pc:sldMk cId="3921950806" sldId="393"/>
            <ac:spMk id="87" creationId="{B8DA8A0D-3407-7E8B-5717-61E36C687245}"/>
          </ac:spMkLst>
        </pc:spChg>
        <pc:spChg chg="add del mod">
          <ac:chgData name="Jonathan Mah" userId="5261b2f2f3e51194" providerId="LiveId" clId="{6E813FC7-2C39-486A-B82F-53E43BD6D0D8}" dt="2026-10-02T15:07:09.306" v="4357" actId="478"/>
          <ac:spMkLst>
            <pc:docMk/>
            <pc:sldMk cId="3921950806" sldId="393"/>
            <ac:spMk id="88" creationId="{B5CCE08F-EEBF-E001-5311-8956C638308D}"/>
          </ac:spMkLst>
        </pc:spChg>
        <pc:spChg chg="add del mod">
          <ac:chgData name="Jonathan Mah" userId="5261b2f2f3e51194" providerId="LiveId" clId="{6E813FC7-2C39-486A-B82F-53E43BD6D0D8}" dt="2026-10-02T15:03:47.033" v="4080" actId="478"/>
          <ac:spMkLst>
            <pc:docMk/>
            <pc:sldMk cId="3921950806" sldId="393"/>
            <ac:spMk id="89" creationId="{5F76B9CD-E0FF-7E06-2982-E3841CA5737F}"/>
          </ac:spMkLst>
        </pc:spChg>
        <pc:spChg chg="add del mod">
          <ac:chgData name="Jonathan Mah" userId="5261b2f2f3e51194" providerId="LiveId" clId="{6E813FC7-2C39-486A-B82F-53E43BD6D0D8}" dt="2026-10-02T15:07:09.306" v="4357" actId="478"/>
          <ac:spMkLst>
            <pc:docMk/>
            <pc:sldMk cId="3921950806" sldId="393"/>
            <ac:spMk id="92" creationId="{FBE0961C-91B1-34AC-A391-E64A79417B68}"/>
          </ac:spMkLst>
        </pc:spChg>
        <pc:spChg chg="add mod">
          <ac:chgData name="Jonathan Mah" userId="5261b2f2f3e51194" providerId="LiveId" clId="{6E813FC7-2C39-486A-B82F-53E43BD6D0D8}" dt="2026-10-02T15:05:28.077" v="4141" actId="1076"/>
          <ac:spMkLst>
            <pc:docMk/>
            <pc:sldMk cId="3921950806" sldId="393"/>
            <ac:spMk id="93" creationId="{D191A3E3-A5FC-53D6-941F-7843DDE0C80C}"/>
          </ac:spMkLst>
        </pc:spChg>
        <pc:spChg chg="add mod">
          <ac:chgData name="Jonathan Mah" userId="5261b2f2f3e51194" providerId="LiveId" clId="{6E813FC7-2C39-486A-B82F-53E43BD6D0D8}" dt="2026-10-02T15:05:28.077" v="4141" actId="1076"/>
          <ac:spMkLst>
            <pc:docMk/>
            <pc:sldMk cId="3921950806" sldId="393"/>
            <ac:spMk id="94" creationId="{2275A228-1D18-B297-2EA2-A4E5A5AA3A04}"/>
          </ac:spMkLst>
        </pc:spChg>
        <pc:spChg chg="add mod">
          <ac:chgData name="Jonathan Mah" userId="5261b2f2f3e51194" providerId="LiveId" clId="{6E813FC7-2C39-486A-B82F-53E43BD6D0D8}" dt="2026-10-02T15:05:28.077" v="4141" actId="1076"/>
          <ac:spMkLst>
            <pc:docMk/>
            <pc:sldMk cId="3921950806" sldId="393"/>
            <ac:spMk id="95" creationId="{06173D03-C7E9-C6AA-D1F9-7768FE08423F}"/>
          </ac:spMkLst>
        </pc:spChg>
        <pc:spChg chg="add del mod">
          <ac:chgData name="Jonathan Mah" userId="5261b2f2f3e51194" providerId="LiveId" clId="{6E813FC7-2C39-486A-B82F-53E43BD6D0D8}" dt="2026-10-02T15:07:09.306" v="4357" actId="478"/>
          <ac:spMkLst>
            <pc:docMk/>
            <pc:sldMk cId="3921950806" sldId="393"/>
            <ac:spMk id="96" creationId="{46E2DEF9-31A8-850C-FBFA-E2BB1F9C9F2E}"/>
          </ac:spMkLst>
        </pc:spChg>
        <pc:spChg chg="add del mod">
          <ac:chgData name="Jonathan Mah" userId="5261b2f2f3e51194" providerId="LiveId" clId="{6E813FC7-2C39-486A-B82F-53E43BD6D0D8}" dt="2026-10-02T15:05:34.924" v="4144" actId="478"/>
          <ac:spMkLst>
            <pc:docMk/>
            <pc:sldMk cId="3921950806" sldId="393"/>
            <ac:spMk id="98" creationId="{3ED2FF24-6336-E0F6-C1A7-0664AEC10ECD}"/>
          </ac:spMkLst>
        </pc:spChg>
        <pc:spChg chg="add del mod">
          <ac:chgData name="Jonathan Mah" userId="5261b2f2f3e51194" providerId="LiveId" clId="{6E813FC7-2C39-486A-B82F-53E43BD6D0D8}" dt="2026-10-02T15:05:35.325" v="4145" actId="478"/>
          <ac:spMkLst>
            <pc:docMk/>
            <pc:sldMk cId="3921950806" sldId="393"/>
            <ac:spMk id="99" creationId="{680773C8-8CC2-52D8-D9AA-3BD63460FD0B}"/>
          </ac:spMkLst>
        </pc:spChg>
        <pc:spChg chg="add mod">
          <ac:chgData name="Jonathan Mah" userId="5261b2f2f3e51194" providerId="LiveId" clId="{6E813FC7-2C39-486A-B82F-53E43BD6D0D8}" dt="2026-10-02T15:05:04.357" v="4118" actId="1076"/>
          <ac:spMkLst>
            <pc:docMk/>
            <pc:sldMk cId="3921950806" sldId="393"/>
            <ac:spMk id="101" creationId="{555626C7-437F-DC91-4E1B-7136D2109CE2}"/>
          </ac:spMkLst>
        </pc:spChg>
        <pc:spChg chg="add del mod">
          <ac:chgData name="Jonathan Mah" userId="5261b2f2f3e51194" providerId="LiveId" clId="{6E813FC7-2C39-486A-B82F-53E43BD6D0D8}" dt="2026-10-02T15:05:34.420" v="4143" actId="478"/>
          <ac:spMkLst>
            <pc:docMk/>
            <pc:sldMk cId="3921950806" sldId="393"/>
            <ac:spMk id="102" creationId="{9ED44ED8-3E3C-5F35-EAE3-1F50D05B52AD}"/>
          </ac:spMkLst>
        </pc:spChg>
        <pc:spChg chg="add mod">
          <ac:chgData name="Jonathan Mah" userId="5261b2f2f3e51194" providerId="LiveId" clId="{6E813FC7-2C39-486A-B82F-53E43BD6D0D8}" dt="2026-10-02T15:04:03.085" v="4086" actId="1036"/>
          <ac:spMkLst>
            <pc:docMk/>
            <pc:sldMk cId="3921950806" sldId="393"/>
            <ac:spMk id="103" creationId="{64B30E9C-490C-DF98-199B-0985003D1F71}"/>
          </ac:spMkLst>
        </pc:spChg>
        <pc:spChg chg="add del mod">
          <ac:chgData name="Jonathan Mah" userId="5261b2f2f3e51194" providerId="LiveId" clId="{6E813FC7-2C39-486A-B82F-53E43BD6D0D8}" dt="2026-10-02T15:05:33.860" v="4142" actId="478"/>
          <ac:spMkLst>
            <pc:docMk/>
            <pc:sldMk cId="3921950806" sldId="393"/>
            <ac:spMk id="104" creationId="{08D85D5A-F675-5B59-858F-250F90985980}"/>
          </ac:spMkLst>
        </pc:spChg>
        <pc:spChg chg="add mod">
          <ac:chgData name="Jonathan Mah" userId="5261b2f2f3e51194" providerId="LiveId" clId="{6E813FC7-2C39-486A-B82F-53E43BD6D0D8}" dt="2026-10-02T15:04:32.058" v="4093" actId="1076"/>
          <ac:spMkLst>
            <pc:docMk/>
            <pc:sldMk cId="3921950806" sldId="393"/>
            <ac:spMk id="107" creationId="{D7B66369-D7EA-9483-01FE-F67F65E592F8}"/>
          </ac:spMkLst>
        </pc:spChg>
        <pc:spChg chg="add mod">
          <ac:chgData name="Jonathan Mah" userId="5261b2f2f3e51194" providerId="LiveId" clId="{6E813FC7-2C39-486A-B82F-53E43BD6D0D8}" dt="2026-10-02T15:04:32.058" v="4093" actId="1076"/>
          <ac:spMkLst>
            <pc:docMk/>
            <pc:sldMk cId="3921950806" sldId="393"/>
            <ac:spMk id="108" creationId="{D9F9A896-CBE3-0ADC-BF40-9F0E20C5717B}"/>
          </ac:spMkLst>
        </pc:spChg>
        <pc:spChg chg="add mod">
          <ac:chgData name="Jonathan Mah" userId="5261b2f2f3e51194" providerId="LiveId" clId="{6E813FC7-2C39-486A-B82F-53E43BD6D0D8}" dt="2026-10-02T15:04:32.058" v="4093" actId="1076"/>
          <ac:spMkLst>
            <pc:docMk/>
            <pc:sldMk cId="3921950806" sldId="393"/>
            <ac:spMk id="109" creationId="{994A0245-56AC-CED8-6E53-8919579BC345}"/>
          </ac:spMkLst>
        </pc:spChg>
        <pc:spChg chg="add mod">
          <ac:chgData name="Jonathan Mah" userId="5261b2f2f3e51194" providerId="LiveId" clId="{6E813FC7-2C39-486A-B82F-53E43BD6D0D8}" dt="2026-10-02T15:04:32.058" v="4093" actId="1076"/>
          <ac:spMkLst>
            <pc:docMk/>
            <pc:sldMk cId="3921950806" sldId="393"/>
            <ac:spMk id="110" creationId="{93072DFC-5ACA-A55D-E356-6C75B9CD5C58}"/>
          </ac:spMkLst>
        </pc:spChg>
        <pc:spChg chg="add mod">
          <ac:chgData name="Jonathan Mah" userId="5261b2f2f3e51194" providerId="LiveId" clId="{6E813FC7-2C39-486A-B82F-53E43BD6D0D8}" dt="2026-10-02T15:04:32.058" v="4093" actId="1076"/>
          <ac:spMkLst>
            <pc:docMk/>
            <pc:sldMk cId="3921950806" sldId="393"/>
            <ac:spMk id="112" creationId="{8C089895-F84F-ED5A-BB24-D840A8D1E40B}"/>
          </ac:spMkLst>
        </pc:spChg>
        <pc:spChg chg="add mod">
          <ac:chgData name="Jonathan Mah" userId="5261b2f2f3e51194" providerId="LiveId" clId="{6E813FC7-2C39-486A-B82F-53E43BD6D0D8}" dt="2026-10-02T15:04:32.058" v="4093" actId="1076"/>
          <ac:spMkLst>
            <pc:docMk/>
            <pc:sldMk cId="3921950806" sldId="393"/>
            <ac:spMk id="113" creationId="{922BF81C-D922-0A51-45DA-F267A76DAE39}"/>
          </ac:spMkLst>
        </pc:spChg>
        <pc:spChg chg="add mod">
          <ac:chgData name="Jonathan Mah" userId="5261b2f2f3e51194" providerId="LiveId" clId="{6E813FC7-2C39-486A-B82F-53E43BD6D0D8}" dt="2026-10-02T15:04:32.058" v="4093" actId="1076"/>
          <ac:spMkLst>
            <pc:docMk/>
            <pc:sldMk cId="3921950806" sldId="393"/>
            <ac:spMk id="114" creationId="{CF9BBCB9-83E4-97C8-DACA-4604939FB07B}"/>
          </ac:spMkLst>
        </pc:spChg>
        <pc:spChg chg="add mod">
          <ac:chgData name="Jonathan Mah" userId="5261b2f2f3e51194" providerId="LiveId" clId="{6E813FC7-2C39-486A-B82F-53E43BD6D0D8}" dt="2026-10-02T15:04:32.058" v="4093" actId="1076"/>
          <ac:spMkLst>
            <pc:docMk/>
            <pc:sldMk cId="3921950806" sldId="393"/>
            <ac:spMk id="115" creationId="{883AA083-42F6-517D-3833-5E1D9625FD57}"/>
          </ac:spMkLst>
        </pc:spChg>
        <pc:spChg chg="add mod">
          <ac:chgData name="Jonathan Mah" userId="5261b2f2f3e51194" providerId="LiveId" clId="{6E813FC7-2C39-486A-B82F-53E43BD6D0D8}" dt="2026-10-02T15:04:32.058" v="4093" actId="1076"/>
          <ac:spMkLst>
            <pc:docMk/>
            <pc:sldMk cId="3921950806" sldId="393"/>
            <ac:spMk id="116" creationId="{68A6A9B8-E96B-D42F-B960-0CE3205A414A}"/>
          </ac:spMkLst>
        </pc:spChg>
        <pc:spChg chg="add mod">
          <ac:chgData name="Jonathan Mah" userId="5261b2f2f3e51194" providerId="LiveId" clId="{6E813FC7-2C39-486A-B82F-53E43BD6D0D8}" dt="2026-10-02T15:04:32.058" v="4093" actId="1076"/>
          <ac:spMkLst>
            <pc:docMk/>
            <pc:sldMk cId="3921950806" sldId="393"/>
            <ac:spMk id="118" creationId="{644DF8B1-90C4-501F-14A5-6509ED2647F6}"/>
          </ac:spMkLst>
        </pc:spChg>
        <pc:spChg chg="add mod">
          <ac:chgData name="Jonathan Mah" userId="5261b2f2f3e51194" providerId="LiveId" clId="{6E813FC7-2C39-486A-B82F-53E43BD6D0D8}" dt="2026-10-02T15:05:01.977" v="4113" actId="1076"/>
          <ac:spMkLst>
            <pc:docMk/>
            <pc:sldMk cId="3921950806" sldId="393"/>
            <ac:spMk id="122" creationId="{04D961EA-99CC-B41F-EA1F-35B1A33CA358}"/>
          </ac:spMkLst>
        </pc:spChg>
        <pc:spChg chg="add mod">
          <ac:chgData name="Jonathan Mah" userId="5261b2f2f3e51194" providerId="LiveId" clId="{6E813FC7-2C39-486A-B82F-53E43BD6D0D8}" dt="2026-10-02T15:05:01.977" v="4113" actId="1076"/>
          <ac:spMkLst>
            <pc:docMk/>
            <pc:sldMk cId="3921950806" sldId="393"/>
            <ac:spMk id="123" creationId="{F84DC3C7-30DC-C29D-1132-B8F47ACE7945}"/>
          </ac:spMkLst>
        </pc:spChg>
        <pc:spChg chg="add mod">
          <ac:chgData name="Jonathan Mah" userId="5261b2f2f3e51194" providerId="LiveId" clId="{6E813FC7-2C39-486A-B82F-53E43BD6D0D8}" dt="2026-10-02T15:05:01.977" v="4113" actId="1076"/>
          <ac:spMkLst>
            <pc:docMk/>
            <pc:sldMk cId="3921950806" sldId="393"/>
            <ac:spMk id="124" creationId="{1C5D8C8F-5DC6-374C-381E-381D56273BBC}"/>
          </ac:spMkLst>
        </pc:spChg>
        <pc:spChg chg="add mod">
          <ac:chgData name="Jonathan Mah" userId="5261b2f2f3e51194" providerId="LiveId" clId="{6E813FC7-2C39-486A-B82F-53E43BD6D0D8}" dt="2026-10-02T15:05:01.977" v="4113" actId="1076"/>
          <ac:spMkLst>
            <pc:docMk/>
            <pc:sldMk cId="3921950806" sldId="393"/>
            <ac:spMk id="125" creationId="{93853A66-984E-889D-29A4-1DB4DFD7CEEC}"/>
          </ac:spMkLst>
        </pc:spChg>
        <pc:spChg chg="add mod">
          <ac:chgData name="Jonathan Mah" userId="5261b2f2f3e51194" providerId="LiveId" clId="{6E813FC7-2C39-486A-B82F-53E43BD6D0D8}" dt="2026-10-02T15:05:01.977" v="4113" actId="1076"/>
          <ac:spMkLst>
            <pc:docMk/>
            <pc:sldMk cId="3921950806" sldId="393"/>
            <ac:spMk id="126" creationId="{A64EA694-48F3-76CA-C46B-28DB579B8215}"/>
          </ac:spMkLst>
        </pc:spChg>
        <pc:spChg chg="add mod">
          <ac:chgData name="Jonathan Mah" userId="5261b2f2f3e51194" providerId="LiveId" clId="{6E813FC7-2C39-486A-B82F-53E43BD6D0D8}" dt="2026-10-02T15:05:01.977" v="4113" actId="1076"/>
          <ac:spMkLst>
            <pc:docMk/>
            <pc:sldMk cId="3921950806" sldId="393"/>
            <ac:spMk id="127" creationId="{F8295690-7087-BA00-B488-19C5FBD05F39}"/>
          </ac:spMkLst>
        </pc:spChg>
        <pc:spChg chg="add mod">
          <ac:chgData name="Jonathan Mah" userId="5261b2f2f3e51194" providerId="LiveId" clId="{6E813FC7-2C39-486A-B82F-53E43BD6D0D8}" dt="2026-10-02T15:05:01.977" v="4113" actId="1076"/>
          <ac:spMkLst>
            <pc:docMk/>
            <pc:sldMk cId="3921950806" sldId="393"/>
            <ac:spMk id="128" creationId="{927E19B8-7472-D176-37EE-265A604713BA}"/>
          </ac:spMkLst>
        </pc:spChg>
        <pc:spChg chg="add mod">
          <ac:chgData name="Jonathan Mah" userId="5261b2f2f3e51194" providerId="LiveId" clId="{6E813FC7-2C39-486A-B82F-53E43BD6D0D8}" dt="2026-10-02T15:05:01.977" v="4113" actId="1076"/>
          <ac:spMkLst>
            <pc:docMk/>
            <pc:sldMk cId="3921950806" sldId="393"/>
            <ac:spMk id="129" creationId="{66B0B704-50EC-90D7-7DE1-C93BEE094F68}"/>
          </ac:spMkLst>
        </pc:spChg>
        <pc:spChg chg="add mod">
          <ac:chgData name="Jonathan Mah" userId="5261b2f2f3e51194" providerId="LiveId" clId="{6E813FC7-2C39-486A-B82F-53E43BD6D0D8}" dt="2026-10-02T15:05:01.977" v="4113" actId="1076"/>
          <ac:spMkLst>
            <pc:docMk/>
            <pc:sldMk cId="3921950806" sldId="393"/>
            <ac:spMk id="130" creationId="{BBE14DDB-538D-00CC-E77C-F7864D549E35}"/>
          </ac:spMkLst>
        </pc:spChg>
        <pc:spChg chg="add mod">
          <ac:chgData name="Jonathan Mah" userId="5261b2f2f3e51194" providerId="LiveId" clId="{6E813FC7-2C39-486A-B82F-53E43BD6D0D8}" dt="2026-10-02T15:05:39.534" v="4147" actId="1076"/>
          <ac:spMkLst>
            <pc:docMk/>
            <pc:sldMk cId="3921950806" sldId="393"/>
            <ac:spMk id="133" creationId="{CEA5C8AD-CE88-8F02-3D6E-1E69AE3C68B0}"/>
          </ac:spMkLst>
        </pc:spChg>
        <pc:spChg chg="add del mod">
          <ac:chgData name="Jonathan Mah" userId="5261b2f2f3e51194" providerId="LiveId" clId="{6E813FC7-2C39-486A-B82F-53E43BD6D0D8}" dt="2026-10-02T15:07:09.306" v="4357" actId="478"/>
          <ac:spMkLst>
            <pc:docMk/>
            <pc:sldMk cId="3921950806" sldId="393"/>
            <ac:spMk id="134" creationId="{873D4D14-25A6-5891-892A-63865FF55E7C}"/>
          </ac:spMkLst>
        </pc:spChg>
        <pc:spChg chg="add mod">
          <ac:chgData name="Jonathan Mah" userId="5261b2f2f3e51194" providerId="LiveId" clId="{6E813FC7-2C39-486A-B82F-53E43BD6D0D8}" dt="2026-10-02T15:05:39.534" v="4147" actId="1076"/>
          <ac:spMkLst>
            <pc:docMk/>
            <pc:sldMk cId="3921950806" sldId="393"/>
            <ac:spMk id="135" creationId="{50746E97-A999-F03E-E99C-5EFF921B1453}"/>
          </ac:spMkLst>
        </pc:spChg>
        <pc:spChg chg="add mod">
          <ac:chgData name="Jonathan Mah" userId="5261b2f2f3e51194" providerId="LiveId" clId="{6E813FC7-2C39-486A-B82F-53E43BD6D0D8}" dt="2026-10-02T15:05:39.534" v="4147" actId="1076"/>
          <ac:spMkLst>
            <pc:docMk/>
            <pc:sldMk cId="3921950806" sldId="393"/>
            <ac:spMk id="136" creationId="{F8CD9E0D-75F9-5EAD-4121-754D3E9244E3}"/>
          </ac:spMkLst>
        </pc:spChg>
        <pc:spChg chg="add mod">
          <ac:chgData name="Jonathan Mah" userId="5261b2f2f3e51194" providerId="LiveId" clId="{6E813FC7-2C39-486A-B82F-53E43BD6D0D8}" dt="2026-10-02T15:06:36.820" v="4351" actId="1076"/>
          <ac:spMkLst>
            <pc:docMk/>
            <pc:sldMk cId="3921950806" sldId="393"/>
            <ac:spMk id="137" creationId="{3E29FBFB-8E36-E5A9-3B2B-43FF57273505}"/>
          </ac:spMkLst>
        </pc:spChg>
        <pc:spChg chg="mod">
          <ac:chgData name="Jonathan Mah" userId="5261b2f2f3e51194" providerId="LiveId" clId="{6E813FC7-2C39-486A-B82F-53E43BD6D0D8}" dt="2026-10-02T15:06:36.820" v="4351" actId="1076"/>
          <ac:spMkLst>
            <pc:docMk/>
            <pc:sldMk cId="3921950806" sldId="393"/>
            <ac:spMk id="138" creationId="{2A21ABE2-3967-89D8-3801-518596D50B57}"/>
          </ac:spMkLst>
        </pc:spChg>
        <pc:spChg chg="add del mod">
          <ac:chgData name="Jonathan Mah" userId="5261b2f2f3e51194" providerId="LiveId" clId="{6E813FC7-2C39-486A-B82F-53E43BD6D0D8}" dt="2026-10-02T15:07:09.306" v="4357" actId="478"/>
          <ac:spMkLst>
            <pc:docMk/>
            <pc:sldMk cId="3921950806" sldId="393"/>
            <ac:spMk id="139" creationId="{27AA3CF3-4987-6728-C612-73C77CF16D7A}"/>
          </ac:spMkLst>
        </pc:spChg>
        <pc:spChg chg="del">
          <ac:chgData name="Jonathan Mah" userId="5261b2f2f3e51194" providerId="LiveId" clId="{6E813FC7-2C39-486A-B82F-53E43BD6D0D8}" dt="2026-10-02T15:05:44.581" v="4148" actId="478"/>
          <ac:spMkLst>
            <pc:docMk/>
            <pc:sldMk cId="3921950806" sldId="393"/>
            <ac:spMk id="140" creationId="{7958CE53-01B8-A5A2-767F-3CB70D250B1C}"/>
          </ac:spMkLst>
        </pc:spChg>
        <pc:spChg chg="add del mod">
          <ac:chgData name="Jonathan Mah" userId="5261b2f2f3e51194" providerId="LiveId" clId="{6E813FC7-2C39-486A-B82F-53E43BD6D0D8}" dt="2026-10-02T15:07:09.306" v="4357" actId="478"/>
          <ac:spMkLst>
            <pc:docMk/>
            <pc:sldMk cId="3921950806" sldId="393"/>
            <ac:spMk id="141" creationId="{C013C337-2CFB-BD02-E758-E249A75446EF}"/>
          </ac:spMkLst>
        </pc:spChg>
        <pc:spChg chg="add mod">
          <ac:chgData name="Jonathan Mah" userId="5261b2f2f3e51194" providerId="LiveId" clId="{6E813FC7-2C39-486A-B82F-53E43BD6D0D8}" dt="2026-10-02T15:05:39.534" v="4147" actId="1076"/>
          <ac:spMkLst>
            <pc:docMk/>
            <pc:sldMk cId="3921950806" sldId="393"/>
            <ac:spMk id="142" creationId="{AC97537E-5B86-10EC-5E66-FE0665B92C5D}"/>
          </ac:spMkLst>
        </pc:spChg>
        <pc:spChg chg="add del mod">
          <ac:chgData name="Jonathan Mah" userId="5261b2f2f3e51194" providerId="LiveId" clId="{6E813FC7-2C39-486A-B82F-53E43BD6D0D8}" dt="2026-10-02T15:05:45.029" v="4149" actId="478"/>
          <ac:spMkLst>
            <pc:docMk/>
            <pc:sldMk cId="3921950806" sldId="393"/>
            <ac:spMk id="143" creationId="{82BE058F-D44C-CC9A-513E-A860ABE9DC26}"/>
          </ac:spMkLst>
        </pc:spChg>
        <pc:spChg chg="add mod">
          <ac:chgData name="Jonathan Mah" userId="5261b2f2f3e51194" providerId="LiveId" clId="{6E813FC7-2C39-486A-B82F-53E43BD6D0D8}" dt="2026-10-02T15:05:39.534" v="4147" actId="1076"/>
          <ac:spMkLst>
            <pc:docMk/>
            <pc:sldMk cId="3921950806" sldId="393"/>
            <ac:spMk id="145" creationId="{730F8A0B-46FB-54B2-BED1-2C2DBA8FC9CC}"/>
          </ac:spMkLst>
        </pc:spChg>
        <pc:spChg chg="add mod">
          <ac:chgData name="Jonathan Mah" userId="5261b2f2f3e51194" providerId="LiveId" clId="{6E813FC7-2C39-486A-B82F-53E43BD6D0D8}" dt="2026-10-02T15:05:52.358" v="4151" actId="1076"/>
          <ac:spMkLst>
            <pc:docMk/>
            <pc:sldMk cId="3921950806" sldId="393"/>
            <ac:spMk id="148" creationId="{F9706711-DB91-90EE-2FBD-605B0031427F}"/>
          </ac:spMkLst>
        </pc:spChg>
        <pc:spChg chg="add mod">
          <ac:chgData name="Jonathan Mah" userId="5261b2f2f3e51194" providerId="LiveId" clId="{6E813FC7-2C39-486A-B82F-53E43BD6D0D8}" dt="2026-10-02T15:05:52.358" v="4151" actId="1076"/>
          <ac:spMkLst>
            <pc:docMk/>
            <pc:sldMk cId="3921950806" sldId="393"/>
            <ac:spMk id="149" creationId="{FFD634F8-E717-6102-45C8-C9CFE4A5EF7B}"/>
          </ac:spMkLst>
        </pc:spChg>
        <pc:spChg chg="mod">
          <ac:chgData name="Jonathan Mah" userId="5261b2f2f3e51194" providerId="LiveId" clId="{6E813FC7-2C39-486A-B82F-53E43BD6D0D8}" dt="2026-10-02T15:06:36.820" v="4351" actId="1076"/>
          <ac:spMkLst>
            <pc:docMk/>
            <pc:sldMk cId="3921950806" sldId="393"/>
            <ac:spMk id="151" creationId="{FD8359C2-147A-12B8-91EB-5AD3B4AC0205}"/>
          </ac:spMkLst>
        </pc:spChg>
        <pc:spChg chg="add mod">
          <ac:chgData name="Jonathan Mah" userId="5261b2f2f3e51194" providerId="LiveId" clId="{6E813FC7-2C39-486A-B82F-53E43BD6D0D8}" dt="2026-10-02T15:06:36.820" v="4351" actId="1076"/>
          <ac:spMkLst>
            <pc:docMk/>
            <pc:sldMk cId="3921950806" sldId="393"/>
            <ac:spMk id="152" creationId="{40DC3ACD-BCFB-8016-D42D-0FBE068D2EB7}"/>
          </ac:spMkLst>
        </pc:spChg>
        <pc:spChg chg="add del mod">
          <ac:chgData name="Jonathan Mah" userId="5261b2f2f3e51194" providerId="LiveId" clId="{6E813FC7-2C39-486A-B82F-53E43BD6D0D8}" dt="2026-10-02T15:07:09.306" v="4357" actId="478"/>
          <ac:spMkLst>
            <pc:docMk/>
            <pc:sldMk cId="3921950806" sldId="393"/>
            <ac:spMk id="153" creationId="{AEDA0F0E-974A-664A-597F-D6CE323ECA0C}"/>
          </ac:spMkLst>
        </pc:spChg>
        <pc:spChg chg="add mod">
          <ac:chgData name="Jonathan Mah" userId="5261b2f2f3e51194" providerId="LiveId" clId="{6E813FC7-2C39-486A-B82F-53E43BD6D0D8}" dt="2026-10-02T15:05:52.358" v="4151" actId="1076"/>
          <ac:spMkLst>
            <pc:docMk/>
            <pc:sldMk cId="3921950806" sldId="393"/>
            <ac:spMk id="154" creationId="{78BC963E-FBA2-869A-C803-D72A6385C361}"/>
          </ac:spMkLst>
        </pc:spChg>
        <pc:spChg chg="add mod">
          <ac:chgData name="Jonathan Mah" userId="5261b2f2f3e51194" providerId="LiveId" clId="{6E813FC7-2C39-486A-B82F-53E43BD6D0D8}" dt="2026-10-02T15:06:36.820" v="4351" actId="1076"/>
          <ac:spMkLst>
            <pc:docMk/>
            <pc:sldMk cId="3921950806" sldId="393"/>
            <ac:spMk id="155" creationId="{DFFBAA48-EA4F-79BD-BAF9-04FB30FEF5DE}"/>
          </ac:spMkLst>
        </pc:spChg>
        <pc:spChg chg="add mod">
          <ac:chgData name="Jonathan Mah" userId="5261b2f2f3e51194" providerId="LiveId" clId="{6E813FC7-2C39-486A-B82F-53E43BD6D0D8}" dt="2026-10-02T15:06:36.820" v="4351" actId="1076"/>
          <ac:spMkLst>
            <pc:docMk/>
            <pc:sldMk cId="3921950806" sldId="393"/>
            <ac:spMk id="156" creationId="{6694AF1B-EBE2-8E80-F1DC-F2322B2439D2}"/>
          </ac:spMkLst>
        </pc:spChg>
        <pc:spChg chg="add mod">
          <ac:chgData name="Jonathan Mah" userId="5261b2f2f3e51194" providerId="LiveId" clId="{6E813FC7-2C39-486A-B82F-53E43BD6D0D8}" dt="2026-10-02T15:05:52.358" v="4151" actId="1076"/>
          <ac:spMkLst>
            <pc:docMk/>
            <pc:sldMk cId="3921950806" sldId="393"/>
            <ac:spMk id="157" creationId="{F0E4B48C-99EB-6EEC-03F9-FC025A522D37}"/>
          </ac:spMkLst>
        </pc:spChg>
        <pc:spChg chg="add mod">
          <ac:chgData name="Jonathan Mah" userId="5261b2f2f3e51194" providerId="LiveId" clId="{6E813FC7-2C39-486A-B82F-53E43BD6D0D8}" dt="2026-10-02T15:06:36.820" v="4351" actId="1076"/>
          <ac:spMkLst>
            <pc:docMk/>
            <pc:sldMk cId="3921950806" sldId="393"/>
            <ac:spMk id="158" creationId="{639F9CD1-B2A5-2B4B-3E2C-FBBDCE635D79}"/>
          </ac:spMkLst>
        </pc:spChg>
        <pc:spChg chg="add mod">
          <ac:chgData name="Jonathan Mah" userId="5261b2f2f3e51194" providerId="LiveId" clId="{6E813FC7-2C39-486A-B82F-53E43BD6D0D8}" dt="2026-10-02T15:06:36.820" v="4351" actId="1076"/>
          <ac:spMkLst>
            <pc:docMk/>
            <pc:sldMk cId="3921950806" sldId="393"/>
            <ac:spMk id="159" creationId="{FD85A259-137E-2A74-08EE-CF35E57A8300}"/>
          </ac:spMkLst>
        </pc:spChg>
        <pc:spChg chg="add mod">
          <ac:chgData name="Jonathan Mah" userId="5261b2f2f3e51194" providerId="LiveId" clId="{6E813FC7-2C39-486A-B82F-53E43BD6D0D8}" dt="2026-10-02T15:06:59.972" v="4355" actId="1076"/>
          <ac:spMkLst>
            <pc:docMk/>
            <pc:sldMk cId="3921950806" sldId="393"/>
            <ac:spMk id="164" creationId="{FAB5C2D0-863A-7296-B9E5-5F98DC76E3D5}"/>
          </ac:spMkLst>
        </pc:spChg>
        <pc:picChg chg="add del mod">
          <ac:chgData name="Jonathan Mah" userId="5261b2f2f3e51194" providerId="LiveId" clId="{6E813FC7-2C39-486A-B82F-53E43BD6D0D8}" dt="2026-10-02T14:44:17.502" v="2939" actId="478"/>
          <ac:picMkLst>
            <pc:docMk/>
            <pc:sldMk cId="3921950806" sldId="393"/>
            <ac:picMk id="5" creationId="{5EADF2A5-BD5E-E13C-EC49-FDB71520B322}"/>
          </ac:picMkLst>
        </pc:picChg>
        <pc:picChg chg="del">
          <ac:chgData name="Jonathan Mah" userId="5261b2f2f3e51194" providerId="LiveId" clId="{6E813FC7-2C39-486A-B82F-53E43BD6D0D8}" dt="2026-10-02T14:38:30.287" v="2504" actId="478"/>
          <ac:picMkLst>
            <pc:docMk/>
            <pc:sldMk cId="3921950806" sldId="393"/>
            <ac:picMk id="11" creationId="{908A88CB-3561-93B1-7CAD-5F3EB28F795B}"/>
          </ac:picMkLst>
        </pc:picChg>
        <pc:picChg chg="del">
          <ac:chgData name="Jonathan Mah" userId="5261b2f2f3e51194" providerId="LiveId" clId="{6E813FC7-2C39-486A-B82F-53E43BD6D0D8}" dt="2026-10-02T14:38:30.287" v="2504" actId="478"/>
          <ac:picMkLst>
            <pc:docMk/>
            <pc:sldMk cId="3921950806" sldId="393"/>
            <ac:picMk id="20" creationId="{6292F2CA-CEE1-E286-92B7-FDF6B60A20EA}"/>
          </ac:picMkLst>
        </pc:picChg>
        <pc:picChg chg="del">
          <ac:chgData name="Jonathan Mah" userId="5261b2f2f3e51194" providerId="LiveId" clId="{6E813FC7-2C39-486A-B82F-53E43BD6D0D8}" dt="2026-10-02T14:38:30.287" v="2504" actId="478"/>
          <ac:picMkLst>
            <pc:docMk/>
            <pc:sldMk cId="3921950806" sldId="393"/>
            <ac:picMk id="22" creationId="{DC1C43ED-016C-C6B2-C011-EFE695A56090}"/>
          </ac:picMkLst>
        </pc:picChg>
        <pc:picChg chg="add mod">
          <ac:chgData name="Jonathan Mah" userId="5261b2f2f3e51194" providerId="LiveId" clId="{6E813FC7-2C39-486A-B82F-53E43BD6D0D8}" dt="2026-10-02T15:06:59.972" v="4355" actId="1076"/>
          <ac:picMkLst>
            <pc:docMk/>
            <pc:sldMk cId="3921950806" sldId="393"/>
            <ac:picMk id="162" creationId="{10837D22-4ABA-A5E2-5985-35D7A0F5836F}"/>
          </ac:picMkLst>
        </pc:picChg>
        <pc:cxnChg chg="add mod">
          <ac:chgData name="Jonathan Mah" userId="5261b2f2f3e51194" providerId="LiveId" clId="{6E813FC7-2C39-486A-B82F-53E43BD6D0D8}" dt="2026-10-02T15:05:22.163" v="4140" actId="1035"/>
          <ac:cxnSpMkLst>
            <pc:docMk/>
            <pc:sldMk cId="3921950806" sldId="393"/>
            <ac:cxnSpMk id="14" creationId="{96FEC9A2-8638-3560-239F-EDE01F566483}"/>
          </ac:cxnSpMkLst>
        </pc:cxnChg>
        <pc:cxnChg chg="add mod">
          <ac:chgData name="Jonathan Mah" userId="5261b2f2f3e51194" providerId="LiveId" clId="{6E813FC7-2C39-486A-B82F-53E43BD6D0D8}" dt="2026-10-02T15:00:00.342" v="3989" actId="1076"/>
          <ac:cxnSpMkLst>
            <pc:docMk/>
            <pc:sldMk cId="3921950806" sldId="393"/>
            <ac:cxnSpMk id="16" creationId="{C6A45E34-9CF6-3C7D-2AC0-622848727C19}"/>
          </ac:cxnSpMkLst>
        </pc:cxnChg>
        <pc:cxnChg chg="add del mod">
          <ac:chgData name="Jonathan Mah" userId="5261b2f2f3e51194" providerId="LiveId" clId="{6E813FC7-2C39-486A-B82F-53E43BD6D0D8}" dt="2026-10-02T14:59:54.214" v="3987" actId="478"/>
          <ac:cxnSpMkLst>
            <pc:docMk/>
            <pc:sldMk cId="3921950806" sldId="393"/>
            <ac:cxnSpMk id="26" creationId="{2056251A-3AF9-095D-ADEB-ADFBBF2C6590}"/>
          </ac:cxnSpMkLst>
        </pc:cxnChg>
        <pc:cxnChg chg="del mod">
          <ac:chgData name="Jonathan Mah" userId="5261b2f2f3e51194" providerId="LiveId" clId="{6E813FC7-2C39-486A-B82F-53E43BD6D0D8}" dt="2026-10-02T14:38:30.287" v="2504" actId="478"/>
          <ac:cxnSpMkLst>
            <pc:docMk/>
            <pc:sldMk cId="3921950806" sldId="393"/>
            <ac:cxnSpMk id="27" creationId="{06F240B3-6F15-7B21-D4BA-3443974BE172}"/>
          </ac:cxnSpMkLst>
        </pc:cxnChg>
        <pc:cxnChg chg="add del mod">
          <ac:chgData name="Jonathan Mah" userId="5261b2f2f3e51194" providerId="LiveId" clId="{6E813FC7-2C39-486A-B82F-53E43BD6D0D8}" dt="2026-10-02T14:59:55.545" v="3988" actId="478"/>
          <ac:cxnSpMkLst>
            <pc:docMk/>
            <pc:sldMk cId="3921950806" sldId="393"/>
            <ac:cxnSpMk id="28" creationId="{97302BDE-4CD0-8A5C-97A9-BB15A84CC0F4}"/>
          </ac:cxnSpMkLst>
        </pc:cxnChg>
        <pc:cxnChg chg="del">
          <ac:chgData name="Jonathan Mah" userId="5261b2f2f3e51194" providerId="LiveId" clId="{6E813FC7-2C39-486A-B82F-53E43BD6D0D8}" dt="2026-10-02T14:38:30.287" v="2504" actId="478"/>
          <ac:cxnSpMkLst>
            <pc:docMk/>
            <pc:sldMk cId="3921950806" sldId="393"/>
            <ac:cxnSpMk id="29" creationId="{2CC16187-85E4-E62B-2C8E-046C2CCEA75D}"/>
          </ac:cxnSpMkLst>
        </pc:cxnChg>
        <pc:cxnChg chg="del">
          <ac:chgData name="Jonathan Mah" userId="5261b2f2f3e51194" providerId="LiveId" clId="{6E813FC7-2C39-486A-B82F-53E43BD6D0D8}" dt="2026-10-02T14:38:30.287" v="2504" actId="478"/>
          <ac:cxnSpMkLst>
            <pc:docMk/>
            <pc:sldMk cId="3921950806" sldId="393"/>
            <ac:cxnSpMk id="30" creationId="{4CBA2D37-4DA9-A84D-90E7-5E4320E42310}"/>
          </ac:cxnSpMkLst>
        </pc:cxnChg>
        <pc:cxnChg chg="add del mod">
          <ac:chgData name="Jonathan Mah" userId="5261b2f2f3e51194" providerId="LiveId" clId="{6E813FC7-2C39-486A-B82F-53E43BD6D0D8}" dt="2026-10-02T14:48:49.501" v="3040" actId="478"/>
          <ac:cxnSpMkLst>
            <pc:docMk/>
            <pc:sldMk cId="3921950806" sldId="393"/>
            <ac:cxnSpMk id="35" creationId="{126E89A0-4BD1-F108-6F08-83143D778CFF}"/>
          </ac:cxnSpMkLst>
        </pc:cxnChg>
        <pc:cxnChg chg="add del mod">
          <ac:chgData name="Jonathan Mah" userId="5261b2f2f3e51194" providerId="LiveId" clId="{6E813FC7-2C39-486A-B82F-53E43BD6D0D8}" dt="2026-10-02T14:48:48.877" v="3039" actId="478"/>
          <ac:cxnSpMkLst>
            <pc:docMk/>
            <pc:sldMk cId="3921950806" sldId="393"/>
            <ac:cxnSpMk id="39" creationId="{A2F36690-E132-C986-DF49-9ACBA4C37C52}"/>
          </ac:cxnSpMkLst>
        </pc:cxnChg>
        <pc:cxnChg chg="mod">
          <ac:chgData name="Jonathan Mah" userId="5261b2f2f3e51194" providerId="LiveId" clId="{6E813FC7-2C39-486A-B82F-53E43BD6D0D8}" dt="2026-10-02T15:05:22.163" v="4140" actId="1035"/>
          <ac:cxnSpMkLst>
            <pc:docMk/>
            <pc:sldMk cId="3921950806" sldId="393"/>
            <ac:cxnSpMk id="75" creationId="{D9A9267E-892D-F54E-4BE6-D26A66D7E80D}"/>
          </ac:cxnSpMkLst>
        </pc:cxnChg>
        <pc:cxnChg chg="mod">
          <ac:chgData name="Jonathan Mah" userId="5261b2f2f3e51194" providerId="LiveId" clId="{6E813FC7-2C39-486A-B82F-53E43BD6D0D8}" dt="2026-10-02T15:03:59.661" v="4084" actId="1036"/>
          <ac:cxnSpMkLst>
            <pc:docMk/>
            <pc:sldMk cId="3921950806" sldId="393"/>
            <ac:cxnSpMk id="76" creationId="{F9630422-BBD8-6C2E-C3A5-7734B89EB716}"/>
          </ac:cxnSpMkLst>
        </pc:cxnChg>
        <pc:cxnChg chg="mod">
          <ac:chgData name="Jonathan Mah" userId="5261b2f2f3e51194" providerId="LiveId" clId="{6E813FC7-2C39-486A-B82F-53E43BD6D0D8}" dt="2026-10-02T15:05:22.163" v="4140" actId="1035"/>
          <ac:cxnSpMkLst>
            <pc:docMk/>
            <pc:sldMk cId="3921950806" sldId="393"/>
            <ac:cxnSpMk id="90" creationId="{0BF8EBCA-C291-6D47-1EF7-6F89FBD41619}"/>
          </ac:cxnSpMkLst>
        </pc:cxnChg>
        <pc:cxnChg chg="add mod">
          <ac:chgData name="Jonathan Mah" userId="5261b2f2f3e51194" providerId="LiveId" clId="{6E813FC7-2C39-486A-B82F-53E43BD6D0D8}" dt="2026-10-02T15:05:01.977" v="4113" actId="1076"/>
          <ac:cxnSpMkLst>
            <pc:docMk/>
            <pc:sldMk cId="3921950806" sldId="393"/>
            <ac:cxnSpMk id="120" creationId="{B93B8162-3A33-891B-8B51-1E6D3A890197}"/>
          </ac:cxnSpMkLst>
        </pc:cxnChg>
      </pc:sldChg>
      <pc:sldChg chg="add del">
        <pc:chgData name="Jonathan Mah" userId="5261b2f2f3e51194" providerId="LiveId" clId="{6E813FC7-2C39-486A-B82F-53E43BD6D0D8}" dt="2026-10-02T14:37:43.493" v="2438"/>
        <pc:sldMkLst>
          <pc:docMk/>
          <pc:sldMk cId="2648793556" sldId="394"/>
        </pc:sldMkLst>
      </pc:sldChg>
      <pc:sldChg chg="addSp delSp modSp add mod modNotesTx">
        <pc:chgData name="Jonathan Mah" userId="5261b2f2f3e51194" providerId="LiveId" clId="{6E813FC7-2C39-486A-B82F-53E43BD6D0D8}" dt="2026-10-02T15:20:14.417" v="6028" actId="20577"/>
        <pc:sldMkLst>
          <pc:docMk/>
          <pc:sldMk cId="4179055067" sldId="394"/>
        </pc:sldMkLst>
        <pc:spChg chg="add del mod">
          <ac:chgData name="Jonathan Mah" userId="5261b2f2f3e51194" providerId="LiveId" clId="{6E813FC7-2C39-486A-B82F-53E43BD6D0D8}" dt="2026-10-02T15:19:07.391" v="5980" actId="478"/>
          <ac:spMkLst>
            <pc:docMk/>
            <pc:sldMk cId="4179055067" sldId="394"/>
            <ac:spMk id="6" creationId="{E998A9A9-9040-20AF-D054-F619679CA2A3}"/>
          </ac:spMkLst>
        </pc:spChg>
        <pc:spChg chg="add del mod">
          <ac:chgData name="Jonathan Mah" userId="5261b2f2f3e51194" providerId="LiveId" clId="{6E813FC7-2C39-486A-B82F-53E43BD6D0D8}" dt="2026-10-02T15:19:07.391" v="5980" actId="478"/>
          <ac:spMkLst>
            <pc:docMk/>
            <pc:sldMk cId="4179055067" sldId="394"/>
            <ac:spMk id="7" creationId="{D5F57C14-C518-939B-7386-F31659CA930E}"/>
          </ac:spMkLst>
        </pc:spChg>
        <pc:spChg chg="add del mod">
          <ac:chgData name="Jonathan Mah" userId="5261b2f2f3e51194" providerId="LiveId" clId="{6E813FC7-2C39-486A-B82F-53E43BD6D0D8}" dt="2026-10-02T15:19:07.391" v="5980" actId="478"/>
          <ac:spMkLst>
            <pc:docMk/>
            <pc:sldMk cId="4179055067" sldId="394"/>
            <ac:spMk id="8" creationId="{190F6850-F0F0-ED14-7D0F-45190FEDA457}"/>
          </ac:spMkLst>
        </pc:spChg>
        <pc:spChg chg="del">
          <ac:chgData name="Jonathan Mah" userId="5261b2f2f3e51194" providerId="LiveId" clId="{6E813FC7-2C39-486A-B82F-53E43BD6D0D8}" dt="2026-10-02T15:12:35.648" v="5394" actId="478"/>
          <ac:spMkLst>
            <pc:docMk/>
            <pc:sldMk cId="4179055067" sldId="394"/>
            <ac:spMk id="9" creationId="{58B845BC-B994-8584-469E-06BA23A4ABAF}"/>
          </ac:spMkLst>
        </pc:spChg>
        <pc:spChg chg="add del mod">
          <ac:chgData name="Jonathan Mah" userId="5261b2f2f3e51194" providerId="LiveId" clId="{6E813FC7-2C39-486A-B82F-53E43BD6D0D8}" dt="2026-10-02T15:19:07.391" v="5980" actId="478"/>
          <ac:spMkLst>
            <pc:docMk/>
            <pc:sldMk cId="4179055067" sldId="394"/>
            <ac:spMk id="10" creationId="{1769C1F6-230D-7ADC-26B9-E9014EBEC5FA}"/>
          </ac:spMkLst>
        </pc:spChg>
        <pc:spChg chg="add del mod">
          <ac:chgData name="Jonathan Mah" userId="5261b2f2f3e51194" providerId="LiveId" clId="{6E813FC7-2C39-486A-B82F-53E43BD6D0D8}" dt="2026-10-02T15:19:07.391" v="5980" actId="478"/>
          <ac:spMkLst>
            <pc:docMk/>
            <pc:sldMk cId="4179055067" sldId="394"/>
            <ac:spMk id="11" creationId="{FAA24E86-C937-3580-9D0C-984DFE0921B8}"/>
          </ac:spMkLst>
        </pc:spChg>
        <pc:spChg chg="del">
          <ac:chgData name="Jonathan Mah" userId="5261b2f2f3e51194" providerId="LiveId" clId="{6E813FC7-2C39-486A-B82F-53E43BD6D0D8}" dt="2026-10-02T15:12:45.139" v="5395" actId="478"/>
          <ac:spMkLst>
            <pc:docMk/>
            <pc:sldMk cId="4179055067" sldId="394"/>
            <ac:spMk id="12" creationId="{843BEE00-63D3-5A28-2FBE-E645B071DA8C}"/>
          </ac:spMkLst>
        </pc:spChg>
        <pc:spChg chg="add mod">
          <ac:chgData name="Jonathan Mah" userId="5261b2f2f3e51194" providerId="LiveId" clId="{6E813FC7-2C39-486A-B82F-53E43BD6D0D8}" dt="2026-10-02T15:14:38.872" v="5453" actId="1076"/>
          <ac:spMkLst>
            <pc:docMk/>
            <pc:sldMk cId="4179055067" sldId="394"/>
            <ac:spMk id="13" creationId="{6141EC68-CC55-F8C8-740D-123B0FB82910}"/>
          </ac:spMkLst>
        </pc:spChg>
        <pc:spChg chg="add mod">
          <ac:chgData name="Jonathan Mah" userId="5261b2f2f3e51194" providerId="LiveId" clId="{6E813FC7-2C39-486A-B82F-53E43BD6D0D8}" dt="2026-10-02T15:14:38.872" v="5453" actId="1076"/>
          <ac:spMkLst>
            <pc:docMk/>
            <pc:sldMk cId="4179055067" sldId="394"/>
            <ac:spMk id="14" creationId="{94846303-14C7-72F7-EEE2-C5D0437F18D9}"/>
          </ac:spMkLst>
        </pc:spChg>
        <pc:spChg chg="add mod">
          <ac:chgData name="Jonathan Mah" userId="5261b2f2f3e51194" providerId="LiveId" clId="{6E813FC7-2C39-486A-B82F-53E43BD6D0D8}" dt="2026-10-02T15:12:53.562" v="5399" actId="1076"/>
          <ac:spMkLst>
            <pc:docMk/>
            <pc:sldMk cId="4179055067" sldId="394"/>
            <ac:spMk id="17" creationId="{F55CD725-BB4B-1726-E0BD-0EE5EACAD51C}"/>
          </ac:spMkLst>
        </pc:spChg>
        <pc:spChg chg="add del mod">
          <ac:chgData name="Jonathan Mah" userId="5261b2f2f3e51194" providerId="LiveId" clId="{6E813FC7-2C39-486A-B82F-53E43BD6D0D8}" dt="2026-10-02T15:12:56.012" v="5401" actId="478"/>
          <ac:spMkLst>
            <pc:docMk/>
            <pc:sldMk cId="4179055067" sldId="394"/>
            <ac:spMk id="18" creationId="{9FDC87EC-40DB-F9A4-F9E1-3A6FEB2BC45E}"/>
          </ac:spMkLst>
        </pc:spChg>
        <pc:spChg chg="add del mod">
          <ac:chgData name="Jonathan Mah" userId="5261b2f2f3e51194" providerId="LiveId" clId="{6E813FC7-2C39-486A-B82F-53E43BD6D0D8}" dt="2026-10-02T15:12:57.091" v="5403" actId="478"/>
          <ac:spMkLst>
            <pc:docMk/>
            <pc:sldMk cId="4179055067" sldId="394"/>
            <ac:spMk id="19" creationId="{9C47A6AD-1D56-11A2-0868-EE422EE58BF5}"/>
          </ac:spMkLst>
        </pc:spChg>
        <pc:spChg chg="add del mod">
          <ac:chgData name="Jonathan Mah" userId="5261b2f2f3e51194" providerId="LiveId" clId="{6E813FC7-2C39-486A-B82F-53E43BD6D0D8}" dt="2026-10-02T15:12:55.401" v="5400" actId="478"/>
          <ac:spMkLst>
            <pc:docMk/>
            <pc:sldMk cId="4179055067" sldId="394"/>
            <ac:spMk id="20" creationId="{80DBE9BB-BEBF-2E1C-BD71-06465BD1CCB9}"/>
          </ac:spMkLst>
        </pc:spChg>
        <pc:spChg chg="add del mod">
          <ac:chgData name="Jonathan Mah" userId="5261b2f2f3e51194" providerId="LiveId" clId="{6E813FC7-2C39-486A-B82F-53E43BD6D0D8}" dt="2026-10-02T15:12:56.557" v="5402" actId="478"/>
          <ac:spMkLst>
            <pc:docMk/>
            <pc:sldMk cId="4179055067" sldId="394"/>
            <ac:spMk id="21" creationId="{364A1ED2-BCF9-4B43-A2DB-07783F799F8A}"/>
          </ac:spMkLst>
        </pc:spChg>
        <pc:spChg chg="add mod">
          <ac:chgData name="Jonathan Mah" userId="5261b2f2f3e51194" providerId="LiveId" clId="{6E813FC7-2C39-486A-B82F-53E43BD6D0D8}" dt="2026-10-02T15:12:53.562" v="5399" actId="1076"/>
          <ac:spMkLst>
            <pc:docMk/>
            <pc:sldMk cId="4179055067" sldId="394"/>
            <ac:spMk id="22" creationId="{79746373-1958-185E-4C34-4E143DA66E73}"/>
          </ac:spMkLst>
        </pc:spChg>
        <pc:spChg chg="add mod">
          <ac:chgData name="Jonathan Mah" userId="5261b2f2f3e51194" providerId="LiveId" clId="{6E813FC7-2C39-486A-B82F-53E43BD6D0D8}" dt="2026-10-02T15:18:03.329" v="5961" actId="1076"/>
          <ac:spMkLst>
            <pc:docMk/>
            <pc:sldMk cId="4179055067" sldId="394"/>
            <ac:spMk id="23" creationId="{77D53914-3ACF-A2CB-F4A6-840A685E4417}"/>
          </ac:spMkLst>
        </pc:spChg>
        <pc:spChg chg="add mod">
          <ac:chgData name="Jonathan Mah" userId="5261b2f2f3e51194" providerId="LiveId" clId="{6E813FC7-2C39-486A-B82F-53E43BD6D0D8}" dt="2026-10-02T15:13:12.084" v="5407" actId="207"/>
          <ac:spMkLst>
            <pc:docMk/>
            <pc:sldMk cId="4179055067" sldId="394"/>
            <ac:spMk id="24" creationId="{8BF15B98-94C4-C1A3-7239-1CDAA1A3C1DF}"/>
          </ac:spMkLst>
        </pc:spChg>
        <pc:spChg chg="add mod">
          <ac:chgData name="Jonathan Mah" userId="5261b2f2f3e51194" providerId="LiveId" clId="{6E813FC7-2C39-486A-B82F-53E43BD6D0D8}" dt="2026-10-02T15:18:03.329" v="5961" actId="1076"/>
          <ac:spMkLst>
            <pc:docMk/>
            <pc:sldMk cId="4179055067" sldId="394"/>
            <ac:spMk id="26" creationId="{1E0E9986-E5CB-C642-CE54-C8E15DCA41AA}"/>
          </ac:spMkLst>
        </pc:spChg>
        <pc:spChg chg="add mod">
          <ac:chgData name="Jonathan Mah" userId="5261b2f2f3e51194" providerId="LiveId" clId="{6E813FC7-2C39-486A-B82F-53E43BD6D0D8}" dt="2026-10-02T15:18:03.329" v="5961" actId="1076"/>
          <ac:spMkLst>
            <pc:docMk/>
            <pc:sldMk cId="4179055067" sldId="394"/>
            <ac:spMk id="28" creationId="{F5268F90-7E91-D3CF-260E-EC325DFB4E1D}"/>
          </ac:spMkLst>
        </pc:spChg>
        <pc:spChg chg="add mod">
          <ac:chgData name="Jonathan Mah" userId="5261b2f2f3e51194" providerId="LiveId" clId="{6E813FC7-2C39-486A-B82F-53E43BD6D0D8}" dt="2026-10-02T15:18:03.329" v="5961" actId="1076"/>
          <ac:spMkLst>
            <pc:docMk/>
            <pc:sldMk cId="4179055067" sldId="394"/>
            <ac:spMk id="30" creationId="{13C269F6-EC1F-5FB8-A603-D62D7A97C3B9}"/>
          </ac:spMkLst>
        </pc:spChg>
        <pc:spChg chg="add mod">
          <ac:chgData name="Jonathan Mah" userId="5261b2f2f3e51194" providerId="LiveId" clId="{6E813FC7-2C39-486A-B82F-53E43BD6D0D8}" dt="2026-10-02T15:18:03.329" v="5961" actId="1076"/>
          <ac:spMkLst>
            <pc:docMk/>
            <pc:sldMk cId="4179055067" sldId="394"/>
            <ac:spMk id="32" creationId="{7A5B241B-EB28-124C-6D92-34B99E6E1D9F}"/>
          </ac:spMkLst>
        </pc:spChg>
        <pc:spChg chg="add mod">
          <ac:chgData name="Jonathan Mah" userId="5261b2f2f3e51194" providerId="LiveId" clId="{6E813FC7-2C39-486A-B82F-53E43BD6D0D8}" dt="2026-10-02T15:18:03.329" v="5961" actId="1076"/>
          <ac:spMkLst>
            <pc:docMk/>
            <pc:sldMk cId="4179055067" sldId="394"/>
            <ac:spMk id="34" creationId="{F8EACEAC-385D-DE86-6C55-A237C182712D}"/>
          </ac:spMkLst>
        </pc:spChg>
        <pc:spChg chg="add mod">
          <ac:chgData name="Jonathan Mah" userId="5261b2f2f3e51194" providerId="LiveId" clId="{6E813FC7-2C39-486A-B82F-53E43BD6D0D8}" dt="2026-10-02T15:15:15.951" v="5540" actId="1076"/>
          <ac:spMkLst>
            <pc:docMk/>
            <pc:sldMk cId="4179055067" sldId="394"/>
            <ac:spMk id="36" creationId="{4C6DD43E-5290-D0FE-EE2A-278529BD87D0}"/>
          </ac:spMkLst>
        </pc:spChg>
        <pc:spChg chg="add mod">
          <ac:chgData name="Jonathan Mah" userId="5261b2f2f3e51194" providerId="LiveId" clId="{6E813FC7-2C39-486A-B82F-53E43BD6D0D8}" dt="2026-10-02T15:18:03.329" v="5961" actId="1076"/>
          <ac:spMkLst>
            <pc:docMk/>
            <pc:sldMk cId="4179055067" sldId="394"/>
            <ac:spMk id="38" creationId="{A4E92484-0DEC-A386-82C4-00A0AC467492}"/>
          </ac:spMkLst>
        </pc:spChg>
        <pc:spChg chg="add mod">
          <ac:chgData name="Jonathan Mah" userId="5261b2f2f3e51194" providerId="LiveId" clId="{6E813FC7-2C39-486A-B82F-53E43BD6D0D8}" dt="2026-10-02T15:18:03.329" v="5961" actId="1076"/>
          <ac:spMkLst>
            <pc:docMk/>
            <pc:sldMk cId="4179055067" sldId="394"/>
            <ac:spMk id="40" creationId="{8B18839F-D9CD-7BC3-1CB9-EE35AFAA1816}"/>
          </ac:spMkLst>
        </pc:spChg>
        <pc:spChg chg="add mod">
          <ac:chgData name="Jonathan Mah" userId="5261b2f2f3e51194" providerId="LiveId" clId="{6E813FC7-2C39-486A-B82F-53E43BD6D0D8}" dt="2026-10-02T15:18:03.329" v="5961" actId="1076"/>
          <ac:spMkLst>
            <pc:docMk/>
            <pc:sldMk cId="4179055067" sldId="394"/>
            <ac:spMk id="42" creationId="{E54D1CFA-8C61-9F52-D5B4-B85B8B413EE8}"/>
          </ac:spMkLst>
        </pc:spChg>
        <pc:spChg chg="add mod">
          <ac:chgData name="Jonathan Mah" userId="5261b2f2f3e51194" providerId="LiveId" clId="{6E813FC7-2C39-486A-B82F-53E43BD6D0D8}" dt="2026-10-02T15:14:38.872" v="5453" actId="1076"/>
          <ac:spMkLst>
            <pc:docMk/>
            <pc:sldMk cId="4179055067" sldId="394"/>
            <ac:spMk id="44" creationId="{58017135-2D0C-39CA-6F20-FF55690D8FF6}"/>
          </ac:spMkLst>
        </pc:spChg>
        <pc:spChg chg="add mod">
          <ac:chgData name="Jonathan Mah" userId="5261b2f2f3e51194" providerId="LiveId" clId="{6E813FC7-2C39-486A-B82F-53E43BD6D0D8}" dt="2026-10-02T15:15:10.465" v="5539" actId="20577"/>
          <ac:spMkLst>
            <pc:docMk/>
            <pc:sldMk cId="4179055067" sldId="394"/>
            <ac:spMk id="46" creationId="{0F1BDA8A-35B5-46EA-38B7-E1015943D4CA}"/>
          </ac:spMkLst>
        </pc:spChg>
        <pc:spChg chg="add mod">
          <ac:chgData name="Jonathan Mah" userId="5261b2f2f3e51194" providerId="LiveId" clId="{6E813FC7-2C39-486A-B82F-53E43BD6D0D8}" dt="2026-10-02T15:15:28.238" v="5548" actId="20577"/>
          <ac:spMkLst>
            <pc:docMk/>
            <pc:sldMk cId="4179055067" sldId="394"/>
            <ac:spMk id="48" creationId="{55A704D4-CB8F-DCC9-076E-3860466EA8FA}"/>
          </ac:spMkLst>
        </pc:spChg>
        <pc:spChg chg="add mod">
          <ac:chgData name="Jonathan Mah" userId="5261b2f2f3e51194" providerId="LiveId" clId="{6E813FC7-2C39-486A-B82F-53E43BD6D0D8}" dt="2026-10-02T15:20:14.417" v="6028" actId="20577"/>
          <ac:spMkLst>
            <pc:docMk/>
            <pc:sldMk cId="4179055067" sldId="394"/>
            <ac:spMk id="50" creationId="{BECD1F7B-DC2C-1BA6-8A13-0372BD408BA3}"/>
          </ac:spMkLst>
        </pc:spChg>
        <pc:spChg chg="add mod">
          <ac:chgData name="Jonathan Mah" userId="5261b2f2f3e51194" providerId="LiveId" clId="{6E813FC7-2C39-486A-B82F-53E43BD6D0D8}" dt="2026-10-02T15:19:10.712" v="5982" actId="1076"/>
          <ac:spMkLst>
            <pc:docMk/>
            <pc:sldMk cId="4179055067" sldId="394"/>
            <ac:spMk id="52" creationId="{BCF16828-BE50-276F-11D3-714772B219D0}"/>
          </ac:spMkLst>
        </pc:spChg>
        <pc:spChg chg="add mod">
          <ac:chgData name="Jonathan Mah" userId="5261b2f2f3e51194" providerId="LiveId" clId="{6E813FC7-2C39-486A-B82F-53E43BD6D0D8}" dt="2026-10-02T15:19:10.712" v="5982" actId="1076"/>
          <ac:spMkLst>
            <pc:docMk/>
            <pc:sldMk cId="4179055067" sldId="394"/>
            <ac:spMk id="54" creationId="{80CE622B-194F-D1EE-F1AA-8C59D3E668FD}"/>
          </ac:spMkLst>
        </pc:spChg>
        <pc:spChg chg="add mod">
          <ac:chgData name="Jonathan Mah" userId="5261b2f2f3e51194" providerId="LiveId" clId="{6E813FC7-2C39-486A-B82F-53E43BD6D0D8}" dt="2026-10-02T15:19:10.712" v="5982" actId="1076"/>
          <ac:spMkLst>
            <pc:docMk/>
            <pc:sldMk cId="4179055067" sldId="394"/>
            <ac:spMk id="56" creationId="{C7618334-4F82-CBA2-1CF4-034F34E39FAF}"/>
          </ac:spMkLst>
        </pc:spChg>
        <pc:spChg chg="add mod">
          <ac:chgData name="Jonathan Mah" userId="5261b2f2f3e51194" providerId="LiveId" clId="{6E813FC7-2C39-486A-B82F-53E43BD6D0D8}" dt="2026-10-02T15:19:10.712" v="5982" actId="1076"/>
          <ac:spMkLst>
            <pc:docMk/>
            <pc:sldMk cId="4179055067" sldId="394"/>
            <ac:spMk id="58" creationId="{50016D09-CBD1-8213-87ED-8936637A4A7E}"/>
          </ac:spMkLst>
        </pc:spChg>
        <pc:spChg chg="add mod">
          <ac:chgData name="Jonathan Mah" userId="5261b2f2f3e51194" providerId="LiveId" clId="{6E813FC7-2C39-486A-B82F-53E43BD6D0D8}" dt="2026-10-02T15:19:10.712" v="5982" actId="1076"/>
          <ac:spMkLst>
            <pc:docMk/>
            <pc:sldMk cId="4179055067" sldId="394"/>
            <ac:spMk id="60" creationId="{429C2BB6-D6B6-F5CA-19A0-EAEF32E8E7DF}"/>
          </ac:spMkLst>
        </pc:spChg>
        <pc:spChg chg="add mod">
          <ac:chgData name="Jonathan Mah" userId="5261b2f2f3e51194" providerId="LiveId" clId="{6E813FC7-2C39-486A-B82F-53E43BD6D0D8}" dt="2026-10-02T15:19:10.712" v="5982" actId="1076"/>
          <ac:spMkLst>
            <pc:docMk/>
            <pc:sldMk cId="4179055067" sldId="394"/>
            <ac:spMk id="62" creationId="{0A4AD5DC-039F-4C28-6105-2B76FE1E6D11}"/>
          </ac:spMkLst>
        </pc:spChg>
        <pc:spChg chg="add mod">
          <ac:chgData name="Jonathan Mah" userId="5261b2f2f3e51194" providerId="LiveId" clId="{6E813FC7-2C39-486A-B82F-53E43BD6D0D8}" dt="2026-10-02T15:19:10.712" v="5982" actId="1076"/>
          <ac:spMkLst>
            <pc:docMk/>
            <pc:sldMk cId="4179055067" sldId="394"/>
            <ac:spMk id="64" creationId="{F7181A99-7043-E4D5-0A87-F02F04E6DEE4}"/>
          </ac:spMkLst>
        </pc:spChg>
        <pc:spChg chg="add mod">
          <ac:chgData name="Jonathan Mah" userId="5261b2f2f3e51194" providerId="LiveId" clId="{6E813FC7-2C39-486A-B82F-53E43BD6D0D8}" dt="2026-10-02T15:19:10.712" v="5982" actId="1076"/>
          <ac:spMkLst>
            <pc:docMk/>
            <pc:sldMk cId="4179055067" sldId="394"/>
            <ac:spMk id="68" creationId="{F8E10B67-832A-FE78-B2A7-C2852323400F}"/>
          </ac:spMkLst>
        </pc:spChg>
        <pc:spChg chg="add mod">
          <ac:chgData name="Jonathan Mah" userId="5261b2f2f3e51194" providerId="LiveId" clId="{6E813FC7-2C39-486A-B82F-53E43BD6D0D8}" dt="2026-10-02T15:19:10.712" v="5982" actId="1076"/>
          <ac:spMkLst>
            <pc:docMk/>
            <pc:sldMk cId="4179055067" sldId="394"/>
            <ac:spMk id="70" creationId="{F9775B8D-4428-F0F8-F454-CE7D40093302}"/>
          </ac:spMkLst>
        </pc:spChg>
        <pc:spChg chg="add mod">
          <ac:chgData name="Jonathan Mah" userId="5261b2f2f3e51194" providerId="LiveId" clId="{6E813FC7-2C39-486A-B82F-53E43BD6D0D8}" dt="2026-10-02T15:19:10.712" v="5982" actId="1076"/>
          <ac:spMkLst>
            <pc:docMk/>
            <pc:sldMk cId="4179055067" sldId="394"/>
            <ac:spMk id="72" creationId="{70A01D72-EC11-2110-E8A1-A9D125CC4BC2}"/>
          </ac:spMkLst>
        </pc:spChg>
        <pc:picChg chg="del">
          <ac:chgData name="Jonathan Mah" userId="5261b2f2f3e51194" providerId="LiveId" clId="{6E813FC7-2C39-486A-B82F-53E43BD6D0D8}" dt="2026-10-02T15:12:34.438" v="5393" actId="478"/>
          <ac:picMkLst>
            <pc:docMk/>
            <pc:sldMk cId="4179055067" sldId="394"/>
            <ac:picMk id="5" creationId="{E3F29799-7149-C88C-5ABA-052853F84CED}"/>
          </ac:picMkLst>
        </pc:picChg>
        <pc:cxnChg chg="add mod">
          <ac:chgData name="Jonathan Mah" userId="5261b2f2f3e51194" providerId="LiveId" clId="{6E813FC7-2C39-486A-B82F-53E43BD6D0D8}" dt="2026-10-02T15:14:38.872" v="5453" actId="1076"/>
          <ac:cxnSpMkLst>
            <pc:docMk/>
            <pc:sldMk cId="4179055067" sldId="394"/>
            <ac:cxnSpMk id="3" creationId="{B36757AC-7D1B-02A6-EA1F-8FB2A0506397}"/>
          </ac:cxnSpMkLst>
        </pc:cxnChg>
        <pc:cxnChg chg="add mod">
          <ac:chgData name="Jonathan Mah" userId="5261b2f2f3e51194" providerId="LiveId" clId="{6E813FC7-2C39-486A-B82F-53E43BD6D0D8}" dt="2026-10-02T15:14:38.872" v="5453" actId="1076"/>
          <ac:cxnSpMkLst>
            <pc:docMk/>
            <pc:sldMk cId="4179055067" sldId="394"/>
            <ac:cxnSpMk id="4" creationId="{F283BE9A-CF92-158A-F49C-168E8D9C7281}"/>
          </ac:cxnSpMkLst>
        </pc:cxnChg>
        <pc:cxnChg chg="add mod">
          <ac:chgData name="Jonathan Mah" userId="5261b2f2f3e51194" providerId="LiveId" clId="{6E813FC7-2C39-486A-B82F-53E43BD6D0D8}" dt="2026-10-02T15:12:53.562" v="5399" actId="1076"/>
          <ac:cxnSpMkLst>
            <pc:docMk/>
            <pc:sldMk cId="4179055067" sldId="394"/>
            <ac:cxnSpMk id="15" creationId="{BEB4BA4E-DB83-E130-DA1B-401B6213A50B}"/>
          </ac:cxnSpMkLst>
        </pc:cxnChg>
        <pc:cxnChg chg="add mod">
          <ac:chgData name="Jonathan Mah" userId="5261b2f2f3e51194" providerId="LiveId" clId="{6E813FC7-2C39-486A-B82F-53E43BD6D0D8}" dt="2026-10-02T15:12:53.562" v="5399" actId="1076"/>
          <ac:cxnSpMkLst>
            <pc:docMk/>
            <pc:sldMk cId="4179055067" sldId="394"/>
            <ac:cxnSpMk id="16" creationId="{568B92B9-920F-257C-1BA2-52DBF5073783}"/>
          </ac:cxnSpMkLst>
        </pc:cxnChg>
      </pc:sldChg>
      <pc:sldChg chg="modSp add mod">
        <pc:chgData name="Jonathan Mah" userId="5261b2f2f3e51194" providerId="LiveId" clId="{6E813FC7-2C39-486A-B82F-53E43BD6D0D8}" dt="2026-10-02T15:01:17.165" v="4031" actId="20577"/>
        <pc:sldMkLst>
          <pc:docMk/>
          <pc:sldMk cId="3336874746" sldId="395"/>
        </pc:sldMkLst>
        <pc:spChg chg="mod">
          <ac:chgData name="Jonathan Mah" userId="5261b2f2f3e51194" providerId="LiveId" clId="{6E813FC7-2C39-486A-B82F-53E43BD6D0D8}" dt="2026-10-02T15:01:17.165" v="4031" actId="20577"/>
          <ac:spMkLst>
            <pc:docMk/>
            <pc:sldMk cId="3336874746" sldId="395"/>
            <ac:spMk id="2" creationId="{35D7329F-F571-3771-FF8F-5F87034421E5}"/>
          </ac:spMkLst>
        </pc:spChg>
      </pc:sldChg>
      <pc:sldChg chg="modSp add mod modNotesTx">
        <pc:chgData name="Jonathan Mah" userId="5261b2f2f3e51194" providerId="LiveId" clId="{6E813FC7-2C39-486A-B82F-53E43BD6D0D8}" dt="2026-10-02T15:11:32.766" v="5392" actId="20577"/>
        <pc:sldMkLst>
          <pc:docMk/>
          <pc:sldMk cId="871267479" sldId="396"/>
        </pc:sldMkLst>
        <pc:cxnChg chg="mod">
          <ac:chgData name="Jonathan Mah" userId="5261b2f2f3e51194" providerId="LiveId" clId="{6E813FC7-2C39-486A-B82F-53E43BD6D0D8}" dt="2026-10-02T15:08:35.372" v="4780" actId="14100"/>
          <ac:cxnSpMkLst>
            <pc:docMk/>
            <pc:sldMk cId="871267479" sldId="396"/>
            <ac:cxnSpMk id="91" creationId="{55165C3E-76CD-2418-16CF-02C08B070DCC}"/>
          </ac:cxnSpMkLst>
        </pc:cxnChg>
      </pc:sldChg>
      <pc:sldChg chg="addSp delSp modSp add mod modNotesTx">
        <pc:chgData name="Jonathan Mah" userId="5261b2f2f3e51194" providerId="LiveId" clId="{6E813FC7-2C39-486A-B82F-53E43BD6D0D8}" dt="2026-10-02T15:23:14.577" v="6283" actId="20577"/>
        <pc:sldMkLst>
          <pc:docMk/>
          <pc:sldMk cId="946130857" sldId="397"/>
        </pc:sldMkLst>
        <pc:spChg chg="del">
          <ac:chgData name="Jonathan Mah" userId="5261b2f2f3e51194" providerId="LiveId" clId="{6E813FC7-2C39-486A-B82F-53E43BD6D0D8}" dt="2026-10-02T15:19:18.669" v="5983" actId="478"/>
          <ac:spMkLst>
            <pc:docMk/>
            <pc:sldMk cId="946130857" sldId="397"/>
            <ac:spMk id="6" creationId="{626F9419-800D-988E-18A3-99EE54631A9A}"/>
          </ac:spMkLst>
        </pc:spChg>
        <pc:spChg chg="del">
          <ac:chgData name="Jonathan Mah" userId="5261b2f2f3e51194" providerId="LiveId" clId="{6E813FC7-2C39-486A-B82F-53E43BD6D0D8}" dt="2026-10-02T15:19:18.669" v="5983" actId="478"/>
          <ac:spMkLst>
            <pc:docMk/>
            <pc:sldMk cId="946130857" sldId="397"/>
            <ac:spMk id="7" creationId="{BBC5A0F6-1D58-F97A-BE6D-E1AED88D3BF1}"/>
          </ac:spMkLst>
        </pc:spChg>
        <pc:spChg chg="del">
          <ac:chgData name="Jonathan Mah" userId="5261b2f2f3e51194" providerId="LiveId" clId="{6E813FC7-2C39-486A-B82F-53E43BD6D0D8}" dt="2026-10-02T15:19:18.669" v="5983" actId="478"/>
          <ac:spMkLst>
            <pc:docMk/>
            <pc:sldMk cId="946130857" sldId="397"/>
            <ac:spMk id="8" creationId="{A4D53AA5-7DD2-8BD4-D4C2-21666EEC75B1}"/>
          </ac:spMkLst>
        </pc:spChg>
        <pc:spChg chg="del">
          <ac:chgData name="Jonathan Mah" userId="5261b2f2f3e51194" providerId="LiveId" clId="{6E813FC7-2C39-486A-B82F-53E43BD6D0D8}" dt="2026-10-02T15:19:18.669" v="5983" actId="478"/>
          <ac:spMkLst>
            <pc:docMk/>
            <pc:sldMk cId="946130857" sldId="397"/>
            <ac:spMk id="10" creationId="{A70118FE-B685-AF98-4D86-3A95AD47617F}"/>
          </ac:spMkLst>
        </pc:spChg>
        <pc:spChg chg="del">
          <ac:chgData name="Jonathan Mah" userId="5261b2f2f3e51194" providerId="LiveId" clId="{6E813FC7-2C39-486A-B82F-53E43BD6D0D8}" dt="2026-10-02T15:19:18.669" v="5983" actId="478"/>
          <ac:spMkLst>
            <pc:docMk/>
            <pc:sldMk cId="946130857" sldId="397"/>
            <ac:spMk id="11" creationId="{6B628A82-96A1-5F78-0A1B-1B60642FFE88}"/>
          </ac:spMkLst>
        </pc:spChg>
        <pc:spChg chg="add del mod">
          <ac:chgData name="Jonathan Mah" userId="5261b2f2f3e51194" providerId="LiveId" clId="{6E813FC7-2C39-486A-B82F-53E43BD6D0D8}" dt="2026-10-02T15:20:37.524" v="6056" actId="478"/>
          <ac:spMkLst>
            <pc:docMk/>
            <pc:sldMk cId="946130857" sldId="397"/>
            <ac:spMk id="12" creationId="{3A4681EE-35A0-C878-14D5-CE6ACF0805A2}"/>
          </ac:spMkLst>
        </pc:spChg>
        <pc:spChg chg="del mod">
          <ac:chgData name="Jonathan Mah" userId="5261b2f2f3e51194" providerId="LiveId" clId="{6E813FC7-2C39-486A-B82F-53E43BD6D0D8}" dt="2026-10-02T15:20:37.524" v="6056" actId="478"/>
          <ac:spMkLst>
            <pc:docMk/>
            <pc:sldMk cId="946130857" sldId="397"/>
            <ac:spMk id="18" creationId="{7FE2E1F1-CF82-D85C-6FDE-C04E25CB7AB5}"/>
          </ac:spMkLst>
        </pc:spChg>
        <pc:spChg chg="add del mod">
          <ac:chgData name="Jonathan Mah" userId="5261b2f2f3e51194" providerId="LiveId" clId="{6E813FC7-2C39-486A-B82F-53E43BD6D0D8}" dt="2026-10-02T15:20:37.524" v="6056" actId="478"/>
          <ac:spMkLst>
            <pc:docMk/>
            <pc:sldMk cId="946130857" sldId="397"/>
            <ac:spMk id="19" creationId="{5AAA0647-8FB9-738C-24D5-73B29D3179B9}"/>
          </ac:spMkLst>
        </pc:spChg>
        <pc:spChg chg="add del mod">
          <ac:chgData name="Jonathan Mah" userId="5261b2f2f3e51194" providerId="LiveId" clId="{6E813FC7-2C39-486A-B82F-53E43BD6D0D8}" dt="2026-10-02T15:20:37.524" v="6056" actId="478"/>
          <ac:spMkLst>
            <pc:docMk/>
            <pc:sldMk cId="946130857" sldId="397"/>
            <ac:spMk id="20" creationId="{40D60357-E591-18D0-511E-2A0678ABA462}"/>
          </ac:spMkLst>
        </pc:spChg>
        <pc:spChg chg="add del mod">
          <ac:chgData name="Jonathan Mah" userId="5261b2f2f3e51194" providerId="LiveId" clId="{6E813FC7-2C39-486A-B82F-53E43BD6D0D8}" dt="2026-10-02T15:18:44.175" v="5976" actId="478"/>
          <ac:spMkLst>
            <pc:docMk/>
            <pc:sldMk cId="946130857" sldId="397"/>
            <ac:spMk id="21" creationId="{5D754074-7EEE-6AC1-1C13-6666EB0D086C}"/>
          </ac:spMkLst>
        </pc:spChg>
        <pc:spChg chg="add del mod">
          <ac:chgData name="Jonathan Mah" userId="5261b2f2f3e51194" providerId="LiveId" clId="{6E813FC7-2C39-486A-B82F-53E43BD6D0D8}" dt="2026-10-02T15:20:37.524" v="6056" actId="478"/>
          <ac:spMkLst>
            <pc:docMk/>
            <pc:sldMk cId="946130857" sldId="397"/>
            <ac:spMk id="25" creationId="{11971576-F6C7-7D18-EBBC-1BF583A0C274}"/>
          </ac:spMkLst>
        </pc:spChg>
        <pc:spChg chg="add del mod">
          <ac:chgData name="Jonathan Mah" userId="5261b2f2f3e51194" providerId="LiveId" clId="{6E813FC7-2C39-486A-B82F-53E43BD6D0D8}" dt="2026-10-02T15:20:37.524" v="6056" actId="478"/>
          <ac:spMkLst>
            <pc:docMk/>
            <pc:sldMk cId="946130857" sldId="397"/>
            <ac:spMk id="27" creationId="{D025CA25-BADD-D36D-D2DB-EDB361C1978E}"/>
          </ac:spMkLst>
        </pc:spChg>
        <pc:spChg chg="add del mod">
          <ac:chgData name="Jonathan Mah" userId="5261b2f2f3e51194" providerId="LiveId" clId="{6E813FC7-2C39-486A-B82F-53E43BD6D0D8}" dt="2026-10-02T15:20:37.524" v="6056" actId="478"/>
          <ac:spMkLst>
            <pc:docMk/>
            <pc:sldMk cId="946130857" sldId="397"/>
            <ac:spMk id="29" creationId="{D9D7FAD3-5D46-DB1E-E946-F67238745841}"/>
          </ac:spMkLst>
        </pc:spChg>
        <pc:spChg chg="add del mod">
          <ac:chgData name="Jonathan Mah" userId="5261b2f2f3e51194" providerId="LiveId" clId="{6E813FC7-2C39-486A-B82F-53E43BD6D0D8}" dt="2026-10-02T15:18:44.790" v="5977" actId="478"/>
          <ac:spMkLst>
            <pc:docMk/>
            <pc:sldMk cId="946130857" sldId="397"/>
            <ac:spMk id="31" creationId="{C7264FEB-05CA-7BAE-E25F-1969F9C36C8A}"/>
          </ac:spMkLst>
        </pc:spChg>
        <pc:spChg chg="del mod">
          <ac:chgData name="Jonathan Mah" userId="5261b2f2f3e51194" providerId="LiveId" clId="{6E813FC7-2C39-486A-B82F-53E43BD6D0D8}" dt="2026-10-02T15:20:37.524" v="6056" actId="478"/>
          <ac:spMkLst>
            <pc:docMk/>
            <pc:sldMk cId="946130857" sldId="397"/>
            <ac:spMk id="33" creationId="{FB946B05-2307-3F60-E665-DED53C85FDD4}"/>
          </ac:spMkLst>
        </pc:spChg>
        <pc:spChg chg="add del mod">
          <ac:chgData name="Jonathan Mah" userId="5261b2f2f3e51194" providerId="LiveId" clId="{6E813FC7-2C39-486A-B82F-53E43BD6D0D8}" dt="2026-10-02T15:18:39.947" v="5974" actId="478"/>
          <ac:spMkLst>
            <pc:docMk/>
            <pc:sldMk cId="946130857" sldId="397"/>
            <ac:spMk id="35" creationId="{233ACEF1-28A6-8A7C-7DDC-C6D5AD68D5D4}"/>
          </ac:spMkLst>
        </pc:spChg>
        <pc:spChg chg="add del mod">
          <ac:chgData name="Jonathan Mah" userId="5261b2f2f3e51194" providerId="LiveId" clId="{6E813FC7-2C39-486A-B82F-53E43BD6D0D8}" dt="2026-10-02T15:20:37.524" v="6056" actId="478"/>
          <ac:spMkLst>
            <pc:docMk/>
            <pc:sldMk cId="946130857" sldId="397"/>
            <ac:spMk id="37" creationId="{4C376F75-2A91-4CE1-486C-3DBC38647478}"/>
          </ac:spMkLst>
        </pc:spChg>
        <pc:spChg chg="del mod">
          <ac:chgData name="Jonathan Mah" userId="5261b2f2f3e51194" providerId="LiveId" clId="{6E813FC7-2C39-486A-B82F-53E43BD6D0D8}" dt="2026-10-02T15:20:37.524" v="6056" actId="478"/>
          <ac:spMkLst>
            <pc:docMk/>
            <pc:sldMk cId="946130857" sldId="397"/>
            <ac:spMk id="39" creationId="{6C07CECC-63B5-5EF5-515A-A1E82477ADE3}"/>
          </ac:spMkLst>
        </pc:spChg>
        <pc:spChg chg="add">
          <ac:chgData name="Jonathan Mah" userId="5261b2f2f3e51194" providerId="LiveId" clId="{6E813FC7-2C39-486A-B82F-53E43BD6D0D8}" dt="2026-10-02T15:19:18.861" v="5984" actId="22"/>
          <ac:spMkLst>
            <pc:docMk/>
            <pc:sldMk cId="946130857" sldId="397"/>
            <ac:spMk id="43" creationId="{72D61A58-7A3D-D032-3BFA-683E1199EC2D}"/>
          </ac:spMkLst>
        </pc:spChg>
        <pc:spChg chg="add">
          <ac:chgData name="Jonathan Mah" userId="5261b2f2f3e51194" providerId="LiveId" clId="{6E813FC7-2C39-486A-B82F-53E43BD6D0D8}" dt="2026-10-02T15:19:18.861" v="5984" actId="22"/>
          <ac:spMkLst>
            <pc:docMk/>
            <pc:sldMk cId="946130857" sldId="397"/>
            <ac:spMk id="47" creationId="{CCE89B1F-3297-2625-8E9B-C405E5567104}"/>
          </ac:spMkLst>
        </pc:spChg>
        <pc:spChg chg="mod">
          <ac:chgData name="Jonathan Mah" userId="5261b2f2f3e51194" providerId="LiveId" clId="{6E813FC7-2C39-486A-B82F-53E43BD6D0D8}" dt="2026-10-02T15:20:26.710" v="6052" actId="113"/>
          <ac:spMkLst>
            <pc:docMk/>
            <pc:sldMk cId="946130857" sldId="397"/>
            <ac:spMk id="50" creationId="{2B3690B5-62D7-436C-6683-96240232B2EA}"/>
          </ac:spMkLst>
        </pc:spChg>
        <pc:spChg chg="add">
          <ac:chgData name="Jonathan Mah" userId="5261b2f2f3e51194" providerId="LiveId" clId="{6E813FC7-2C39-486A-B82F-53E43BD6D0D8}" dt="2026-10-02T15:19:18.861" v="5984" actId="22"/>
          <ac:spMkLst>
            <pc:docMk/>
            <pc:sldMk cId="946130857" sldId="397"/>
            <ac:spMk id="51" creationId="{E786545B-03DA-B7C4-9FD5-ADFA4FC6FE8C}"/>
          </ac:spMkLst>
        </pc:spChg>
        <pc:spChg chg="add">
          <ac:chgData name="Jonathan Mah" userId="5261b2f2f3e51194" providerId="LiveId" clId="{6E813FC7-2C39-486A-B82F-53E43BD6D0D8}" dt="2026-10-02T15:19:18.861" v="5984" actId="22"/>
          <ac:spMkLst>
            <pc:docMk/>
            <pc:sldMk cId="946130857" sldId="397"/>
            <ac:spMk id="53" creationId="{2385F6CB-83D1-962F-2D8E-856291B5EACE}"/>
          </ac:spMkLst>
        </pc:spChg>
        <pc:spChg chg="add">
          <ac:chgData name="Jonathan Mah" userId="5261b2f2f3e51194" providerId="LiveId" clId="{6E813FC7-2C39-486A-B82F-53E43BD6D0D8}" dt="2026-10-02T15:19:18.861" v="5984" actId="22"/>
          <ac:spMkLst>
            <pc:docMk/>
            <pc:sldMk cId="946130857" sldId="397"/>
            <ac:spMk id="55" creationId="{DFC8EDA5-EE95-F784-090B-887829BA55E9}"/>
          </ac:spMkLst>
        </pc:spChg>
        <pc:spChg chg="add">
          <ac:chgData name="Jonathan Mah" userId="5261b2f2f3e51194" providerId="LiveId" clId="{6E813FC7-2C39-486A-B82F-53E43BD6D0D8}" dt="2026-10-02T15:19:18.861" v="5984" actId="22"/>
          <ac:spMkLst>
            <pc:docMk/>
            <pc:sldMk cId="946130857" sldId="397"/>
            <ac:spMk id="57" creationId="{D2410C3C-77DB-2397-D21A-8224B2A2530F}"/>
          </ac:spMkLst>
        </pc:spChg>
        <pc:spChg chg="add">
          <ac:chgData name="Jonathan Mah" userId="5261b2f2f3e51194" providerId="LiveId" clId="{6E813FC7-2C39-486A-B82F-53E43BD6D0D8}" dt="2026-10-02T15:19:18.861" v="5984" actId="22"/>
          <ac:spMkLst>
            <pc:docMk/>
            <pc:sldMk cId="946130857" sldId="397"/>
            <ac:spMk id="59" creationId="{4065544D-4A53-8065-6A6A-3EA13AE8615C}"/>
          </ac:spMkLst>
        </pc:spChg>
        <pc:spChg chg="add">
          <ac:chgData name="Jonathan Mah" userId="5261b2f2f3e51194" providerId="LiveId" clId="{6E813FC7-2C39-486A-B82F-53E43BD6D0D8}" dt="2026-10-02T15:19:18.861" v="5984" actId="22"/>
          <ac:spMkLst>
            <pc:docMk/>
            <pc:sldMk cId="946130857" sldId="397"/>
            <ac:spMk id="61" creationId="{7DFA8FB0-22B2-D30F-6CED-8DD37362289B}"/>
          </ac:spMkLst>
        </pc:spChg>
        <pc:spChg chg="add">
          <ac:chgData name="Jonathan Mah" userId="5261b2f2f3e51194" providerId="LiveId" clId="{6E813FC7-2C39-486A-B82F-53E43BD6D0D8}" dt="2026-10-02T15:19:18.861" v="5984" actId="22"/>
          <ac:spMkLst>
            <pc:docMk/>
            <pc:sldMk cId="946130857" sldId="397"/>
            <ac:spMk id="63" creationId="{EF6BDA13-2479-071F-B8AA-FDA28EAAA5F2}"/>
          </ac:spMkLst>
        </pc:spChg>
        <pc:spChg chg="add">
          <ac:chgData name="Jonathan Mah" userId="5261b2f2f3e51194" providerId="LiveId" clId="{6E813FC7-2C39-486A-B82F-53E43BD6D0D8}" dt="2026-10-02T15:19:18.861" v="5984" actId="22"/>
          <ac:spMkLst>
            <pc:docMk/>
            <pc:sldMk cId="946130857" sldId="397"/>
            <ac:spMk id="67" creationId="{80EA40F6-DED0-0E6F-054C-136E4E73CE90}"/>
          </ac:spMkLst>
        </pc:spChg>
        <pc:picChg chg="add mod">
          <ac:chgData name="Jonathan Mah" userId="5261b2f2f3e51194" providerId="LiveId" clId="{6E813FC7-2C39-486A-B82F-53E43BD6D0D8}" dt="2026-10-02T15:22:06.076" v="6059" actId="1076"/>
          <ac:picMkLst>
            <pc:docMk/>
            <pc:sldMk cId="946130857" sldId="397"/>
            <ac:picMk id="71" creationId="{AED0BA94-A0DF-478C-7E14-3FB4C15F214E}"/>
          </ac:picMkLst>
        </pc:picChg>
        <pc:cxnChg chg="add del mod">
          <ac:chgData name="Jonathan Mah" userId="5261b2f2f3e51194" providerId="LiveId" clId="{6E813FC7-2C39-486A-B82F-53E43BD6D0D8}" dt="2026-10-02T15:20:37.869" v="6057" actId="478"/>
          <ac:cxnSpMkLst>
            <pc:docMk/>
            <pc:sldMk cId="946130857" sldId="397"/>
            <ac:cxnSpMk id="69" creationId="{82CAEF36-690A-6CBA-8016-0102E4ADE359}"/>
          </ac:cxnSpMkLst>
        </pc:cxnChg>
      </pc:sldChg>
      <pc:sldChg chg="modSp add del mod">
        <pc:chgData name="Jonathan Mah" userId="5261b2f2f3e51194" providerId="LiveId" clId="{6E813FC7-2C39-486A-B82F-53E43BD6D0D8}" dt="2026-10-02T15:17:58.200" v="5960" actId="47"/>
        <pc:sldMkLst>
          <pc:docMk/>
          <pc:sldMk cId="2655482705" sldId="397"/>
        </pc:sldMkLst>
        <pc:spChg chg="mod">
          <ac:chgData name="Jonathan Mah" userId="5261b2f2f3e51194" providerId="LiveId" clId="{6E813FC7-2C39-486A-B82F-53E43BD6D0D8}" dt="2026-10-02T15:17:38.930" v="5959" actId="113"/>
          <ac:spMkLst>
            <pc:docMk/>
            <pc:sldMk cId="2655482705" sldId="397"/>
            <ac:spMk id="50" creationId="{F855A83D-125B-2534-5C28-6AA0681B90F9}"/>
          </ac:spMkLst>
        </pc:spChg>
      </pc:sldChg>
      <pc:sldChg chg="addSp modSp add mod modNotesTx">
        <pc:chgData name="Jonathan Mah" userId="5261b2f2f3e51194" providerId="LiveId" clId="{6E813FC7-2C39-486A-B82F-53E43BD6D0D8}" dt="2026-10-02T15:23:44.373" v="6420" actId="20577"/>
        <pc:sldMkLst>
          <pc:docMk/>
          <pc:sldMk cId="62180544" sldId="398"/>
        </pc:sldMkLst>
        <pc:spChg chg="mod">
          <ac:chgData name="Jonathan Mah" userId="5261b2f2f3e51194" providerId="LiveId" clId="{6E813FC7-2C39-486A-B82F-53E43BD6D0D8}" dt="2026-10-02T15:20:33.816" v="6055" actId="113"/>
          <ac:spMkLst>
            <pc:docMk/>
            <pc:sldMk cId="62180544" sldId="398"/>
            <ac:spMk id="50" creationId="{F2EA834D-04D0-2DE2-1F80-E6AD188F8CE3}"/>
          </ac:spMkLst>
        </pc:spChg>
        <pc:picChg chg="add">
          <ac:chgData name="Jonathan Mah" userId="5261b2f2f3e51194" providerId="LiveId" clId="{6E813FC7-2C39-486A-B82F-53E43BD6D0D8}" dt="2026-10-02T15:22:09.004" v="6060" actId="22"/>
          <ac:picMkLst>
            <pc:docMk/>
            <pc:sldMk cId="62180544" sldId="398"/>
            <ac:picMk id="7" creationId="{894FD772-EFC2-A3FD-AEEC-FFA3DABE99F5}"/>
          </ac:picMkLst>
        </pc:picChg>
      </pc:sldChg>
      <pc:sldChg chg="addSp delSp modSp add mod ord modNotesTx">
        <pc:chgData name="Jonathan Mah" userId="5261b2f2f3e51194" providerId="LiveId" clId="{6E813FC7-2C39-486A-B82F-53E43BD6D0D8}" dt="2026-10-02T15:35:58.035" v="8066" actId="20577"/>
        <pc:sldMkLst>
          <pc:docMk/>
          <pc:sldMk cId="2577683861" sldId="399"/>
        </pc:sldMkLst>
        <pc:spChg chg="mod">
          <ac:chgData name="Jonathan Mah" userId="5261b2f2f3e51194" providerId="LiveId" clId="{6E813FC7-2C39-486A-B82F-53E43BD6D0D8}" dt="2026-10-02T15:28:55.250" v="7024" actId="20577"/>
          <ac:spMkLst>
            <pc:docMk/>
            <pc:sldMk cId="2577683861" sldId="399"/>
            <ac:spMk id="2" creationId="{13514665-3235-C932-4554-BEB6E6D7F8DD}"/>
          </ac:spMkLst>
        </pc:spChg>
        <pc:spChg chg="add mod">
          <ac:chgData name="Jonathan Mah" userId="5261b2f2f3e51194" providerId="LiveId" clId="{6E813FC7-2C39-486A-B82F-53E43BD6D0D8}" dt="2026-10-02T15:28:30.787" v="6988" actId="113"/>
          <ac:spMkLst>
            <pc:docMk/>
            <pc:sldMk cId="2577683861" sldId="399"/>
            <ac:spMk id="6" creationId="{848484B6-4FBB-D5F9-5B56-011386D2BE72}"/>
          </ac:spMkLst>
        </pc:spChg>
        <pc:spChg chg="add mod">
          <ac:chgData name="Jonathan Mah" userId="5261b2f2f3e51194" providerId="LiveId" clId="{6E813FC7-2C39-486A-B82F-53E43BD6D0D8}" dt="2026-10-02T15:28:33.402" v="6989" actId="113"/>
          <ac:spMkLst>
            <pc:docMk/>
            <pc:sldMk cId="2577683861" sldId="399"/>
            <ac:spMk id="10" creationId="{7F161990-B120-0EDF-A6A3-879A278D37D0}"/>
          </ac:spMkLst>
        </pc:spChg>
        <pc:spChg chg="add mod">
          <ac:chgData name="Jonathan Mah" userId="5261b2f2f3e51194" providerId="LiveId" clId="{6E813FC7-2C39-486A-B82F-53E43BD6D0D8}" dt="2026-10-02T15:32:03.349" v="7426" actId="1076"/>
          <ac:spMkLst>
            <pc:docMk/>
            <pc:sldMk cId="2577683861" sldId="399"/>
            <ac:spMk id="11" creationId="{4643DDD9-693D-35B8-91B4-42608B988EF6}"/>
          </ac:spMkLst>
        </pc:spChg>
        <pc:spChg chg="del">
          <ac:chgData name="Jonathan Mah" userId="5261b2f2f3e51194" providerId="LiveId" clId="{6E813FC7-2C39-486A-B82F-53E43BD6D0D8}" dt="2026-10-02T15:24:28.953" v="6446" actId="478"/>
          <ac:spMkLst>
            <pc:docMk/>
            <pc:sldMk cId="2577683861" sldId="399"/>
            <ac:spMk id="13" creationId="{2052F813-C5D5-9F92-548F-940126A8BD59}"/>
          </ac:spMkLst>
        </pc:spChg>
        <pc:spChg chg="del">
          <ac:chgData name="Jonathan Mah" userId="5261b2f2f3e51194" providerId="LiveId" clId="{6E813FC7-2C39-486A-B82F-53E43BD6D0D8}" dt="2026-10-02T15:24:28.953" v="6446" actId="478"/>
          <ac:spMkLst>
            <pc:docMk/>
            <pc:sldMk cId="2577683861" sldId="399"/>
            <ac:spMk id="14" creationId="{FC6E87DF-858B-B04A-8DBC-710C96E61C60}"/>
          </ac:spMkLst>
        </pc:spChg>
        <pc:spChg chg="del">
          <ac:chgData name="Jonathan Mah" userId="5261b2f2f3e51194" providerId="LiveId" clId="{6E813FC7-2C39-486A-B82F-53E43BD6D0D8}" dt="2026-10-02T15:24:28.953" v="6446" actId="478"/>
          <ac:spMkLst>
            <pc:docMk/>
            <pc:sldMk cId="2577683861" sldId="399"/>
            <ac:spMk id="18" creationId="{E85218D0-5C4F-725A-AB1F-7016EE9041E2}"/>
          </ac:spMkLst>
        </pc:spChg>
        <pc:spChg chg="del">
          <ac:chgData name="Jonathan Mah" userId="5261b2f2f3e51194" providerId="LiveId" clId="{6E813FC7-2C39-486A-B82F-53E43BD6D0D8}" dt="2026-10-02T15:24:28.953" v="6446" actId="478"/>
          <ac:spMkLst>
            <pc:docMk/>
            <pc:sldMk cId="2577683861" sldId="399"/>
            <ac:spMk id="23" creationId="{E641B609-303E-D0F5-8DD2-F04094E21E17}"/>
          </ac:spMkLst>
        </pc:spChg>
        <pc:spChg chg="add mod">
          <ac:chgData name="Jonathan Mah" userId="5261b2f2f3e51194" providerId="LiveId" clId="{6E813FC7-2C39-486A-B82F-53E43BD6D0D8}" dt="2026-10-02T15:35:58.035" v="8066" actId="20577"/>
          <ac:spMkLst>
            <pc:docMk/>
            <pc:sldMk cId="2577683861" sldId="399"/>
            <ac:spMk id="31" creationId="{C4FFE9E7-588E-E66D-6E9F-54A5234387B3}"/>
          </ac:spMkLst>
        </pc:spChg>
        <pc:spChg chg="del">
          <ac:chgData name="Jonathan Mah" userId="5261b2f2f3e51194" providerId="LiveId" clId="{6E813FC7-2C39-486A-B82F-53E43BD6D0D8}" dt="2026-10-02T15:24:28.953" v="6446" actId="478"/>
          <ac:spMkLst>
            <pc:docMk/>
            <pc:sldMk cId="2577683861" sldId="399"/>
            <ac:spMk id="32" creationId="{7A36DC26-3691-01F0-376C-69147A9EA376}"/>
          </ac:spMkLst>
        </pc:spChg>
        <pc:spChg chg="del">
          <ac:chgData name="Jonathan Mah" userId="5261b2f2f3e51194" providerId="LiveId" clId="{6E813FC7-2C39-486A-B82F-53E43BD6D0D8}" dt="2026-10-02T15:24:28.953" v="6446" actId="478"/>
          <ac:spMkLst>
            <pc:docMk/>
            <pc:sldMk cId="2577683861" sldId="399"/>
            <ac:spMk id="34" creationId="{43FEEC93-D126-45D8-286B-61A86C70D844}"/>
          </ac:spMkLst>
        </pc:spChg>
        <pc:spChg chg="del">
          <ac:chgData name="Jonathan Mah" userId="5261b2f2f3e51194" providerId="LiveId" clId="{6E813FC7-2C39-486A-B82F-53E43BD6D0D8}" dt="2026-10-02T15:24:28.953" v="6446" actId="478"/>
          <ac:spMkLst>
            <pc:docMk/>
            <pc:sldMk cId="2577683861" sldId="399"/>
            <ac:spMk id="39" creationId="{17009B5B-BDDA-D66E-A1C1-739B03BBAC92}"/>
          </ac:spMkLst>
        </pc:spChg>
        <pc:spChg chg="del">
          <ac:chgData name="Jonathan Mah" userId="5261b2f2f3e51194" providerId="LiveId" clId="{6E813FC7-2C39-486A-B82F-53E43BD6D0D8}" dt="2026-10-02T15:24:28.953" v="6446" actId="478"/>
          <ac:spMkLst>
            <pc:docMk/>
            <pc:sldMk cId="2577683861" sldId="399"/>
            <ac:spMk id="48" creationId="{8C6F8A48-6439-30D0-0DD7-5E8BAA7B64AD}"/>
          </ac:spMkLst>
        </pc:spChg>
        <pc:spChg chg="del">
          <ac:chgData name="Jonathan Mah" userId="5261b2f2f3e51194" providerId="LiveId" clId="{6E813FC7-2C39-486A-B82F-53E43BD6D0D8}" dt="2026-10-02T15:24:28.953" v="6446" actId="478"/>
          <ac:spMkLst>
            <pc:docMk/>
            <pc:sldMk cId="2577683861" sldId="399"/>
            <ac:spMk id="53" creationId="{36125926-FEFD-D23D-DF0E-E20DCBC5A1F3}"/>
          </ac:spMkLst>
        </pc:spChg>
        <pc:spChg chg="del">
          <ac:chgData name="Jonathan Mah" userId="5261b2f2f3e51194" providerId="LiveId" clId="{6E813FC7-2C39-486A-B82F-53E43BD6D0D8}" dt="2026-10-02T15:24:28.953" v="6446" actId="478"/>
          <ac:spMkLst>
            <pc:docMk/>
            <pc:sldMk cId="2577683861" sldId="399"/>
            <ac:spMk id="59" creationId="{BD36D23E-5CBB-D990-7FD9-E73DA57E90B5}"/>
          </ac:spMkLst>
        </pc:spChg>
      </pc:sldChg>
      <pc:sldChg chg="addSp delSp modSp add mod">
        <pc:chgData name="Jonathan Mah" userId="5261b2f2f3e51194" providerId="LiveId" clId="{6E813FC7-2C39-486A-B82F-53E43BD6D0D8}" dt="2026-10-02T15:37:33.117" v="8126" actId="21"/>
        <pc:sldMkLst>
          <pc:docMk/>
          <pc:sldMk cId="1222543637" sldId="400"/>
        </pc:sldMkLst>
        <pc:spChg chg="add mod">
          <ac:chgData name="Jonathan Mah" userId="5261b2f2f3e51194" providerId="LiveId" clId="{6E813FC7-2C39-486A-B82F-53E43BD6D0D8}" dt="2026-10-02T15:37:15.193" v="8122" actId="1076"/>
          <ac:spMkLst>
            <pc:docMk/>
            <pc:sldMk cId="1222543637" sldId="400"/>
            <ac:spMk id="5" creationId="{05FFCCAF-CE19-37A3-BAFD-DBBC460DC4C7}"/>
          </ac:spMkLst>
        </pc:spChg>
        <pc:spChg chg="del mod">
          <ac:chgData name="Jonathan Mah" userId="5261b2f2f3e51194" providerId="LiveId" clId="{6E813FC7-2C39-486A-B82F-53E43BD6D0D8}" dt="2026-10-02T15:37:33.117" v="8126" actId="21"/>
          <ac:spMkLst>
            <pc:docMk/>
            <pc:sldMk cId="1222543637" sldId="400"/>
            <ac:spMk id="7" creationId="{3438409C-9034-4416-EEB0-45D2F20E52AE}"/>
          </ac:spMkLst>
        </pc:spChg>
        <pc:spChg chg="add del mod">
          <ac:chgData name="Jonathan Mah" userId="5261b2f2f3e51194" providerId="LiveId" clId="{6E813FC7-2C39-486A-B82F-53E43BD6D0D8}" dt="2026-10-02T15:37:33.117" v="8126" actId="21"/>
          <ac:spMkLst>
            <pc:docMk/>
            <pc:sldMk cId="1222543637" sldId="400"/>
            <ac:spMk id="8" creationId="{59B55D10-834C-0B8B-AE67-C6C5CAC87749}"/>
          </ac:spMkLst>
        </pc:spChg>
        <pc:spChg chg="add del mod">
          <ac:chgData name="Jonathan Mah" userId="5261b2f2f3e51194" providerId="LiveId" clId="{6E813FC7-2C39-486A-B82F-53E43BD6D0D8}" dt="2026-10-02T15:37:33.117" v="8126" actId="21"/>
          <ac:spMkLst>
            <pc:docMk/>
            <pc:sldMk cId="1222543637" sldId="400"/>
            <ac:spMk id="9" creationId="{854BB843-9DD8-4A68-31BF-F080F90F0815}"/>
          </ac:spMkLst>
        </pc:spChg>
        <pc:spChg chg="add del mod">
          <ac:chgData name="Jonathan Mah" userId="5261b2f2f3e51194" providerId="LiveId" clId="{6E813FC7-2C39-486A-B82F-53E43BD6D0D8}" dt="2026-10-02T15:37:33.117" v="8126" actId="21"/>
          <ac:spMkLst>
            <pc:docMk/>
            <pc:sldMk cId="1222543637" sldId="400"/>
            <ac:spMk id="11" creationId="{59778D6E-5796-A099-58DF-6A52851AD135}"/>
          </ac:spMkLst>
        </pc:spChg>
        <pc:spChg chg="add del mod">
          <ac:chgData name="Jonathan Mah" userId="5261b2f2f3e51194" providerId="LiveId" clId="{6E813FC7-2C39-486A-B82F-53E43BD6D0D8}" dt="2026-10-02T15:37:33.117" v="8126" actId="21"/>
          <ac:spMkLst>
            <pc:docMk/>
            <pc:sldMk cId="1222543637" sldId="400"/>
            <ac:spMk id="12" creationId="{E43DC023-38C0-50E8-26C3-3CD4D3B35037}"/>
          </ac:spMkLst>
        </pc:spChg>
        <pc:spChg chg="del mod">
          <ac:chgData name="Jonathan Mah" userId="5261b2f2f3e51194" providerId="LiveId" clId="{6E813FC7-2C39-486A-B82F-53E43BD6D0D8}" dt="2026-10-02T15:37:33.117" v="8126" actId="21"/>
          <ac:spMkLst>
            <pc:docMk/>
            <pc:sldMk cId="1222543637" sldId="400"/>
            <ac:spMk id="13" creationId="{DEEF915E-F271-F5BE-AC68-A2D41FF5C64A}"/>
          </ac:spMkLst>
        </pc:spChg>
        <pc:spChg chg="add mod">
          <ac:chgData name="Jonathan Mah" userId="5261b2f2f3e51194" providerId="LiveId" clId="{6E813FC7-2C39-486A-B82F-53E43BD6D0D8}" dt="2026-10-02T15:37:15.193" v="8122" actId="1076"/>
          <ac:spMkLst>
            <pc:docMk/>
            <pc:sldMk cId="1222543637" sldId="400"/>
            <ac:spMk id="14" creationId="{9C8308FD-D0C4-6B2F-E529-6056806AEBC1}"/>
          </ac:spMkLst>
        </pc:spChg>
        <pc:spChg chg="add del mod">
          <ac:chgData name="Jonathan Mah" userId="5261b2f2f3e51194" providerId="LiveId" clId="{6E813FC7-2C39-486A-B82F-53E43BD6D0D8}" dt="2026-10-02T15:37:33.117" v="8126" actId="21"/>
          <ac:spMkLst>
            <pc:docMk/>
            <pc:sldMk cId="1222543637" sldId="400"/>
            <ac:spMk id="15" creationId="{93AC4919-AA3C-C3DD-3A99-272935096E58}"/>
          </ac:spMkLst>
        </pc:spChg>
        <pc:spChg chg="add del mod">
          <ac:chgData name="Jonathan Mah" userId="5261b2f2f3e51194" providerId="LiveId" clId="{6E813FC7-2C39-486A-B82F-53E43BD6D0D8}" dt="2026-10-02T15:37:33.117" v="8126" actId="21"/>
          <ac:spMkLst>
            <pc:docMk/>
            <pc:sldMk cId="1222543637" sldId="400"/>
            <ac:spMk id="16" creationId="{434B538E-B8BE-1ED3-45D5-1956D7684A93}"/>
          </ac:spMkLst>
        </pc:spChg>
        <pc:spChg chg="add mod">
          <ac:chgData name="Jonathan Mah" userId="5261b2f2f3e51194" providerId="LiveId" clId="{6E813FC7-2C39-486A-B82F-53E43BD6D0D8}" dt="2026-10-02T15:36:34.790" v="8071" actId="1076"/>
          <ac:spMkLst>
            <pc:docMk/>
            <pc:sldMk cId="1222543637" sldId="400"/>
            <ac:spMk id="18" creationId="{05459999-C113-9CAB-A655-83C7C6AE7A37}"/>
          </ac:spMkLst>
        </pc:spChg>
        <pc:spChg chg="add del mod">
          <ac:chgData name="Jonathan Mah" userId="5261b2f2f3e51194" providerId="LiveId" clId="{6E813FC7-2C39-486A-B82F-53E43BD6D0D8}" dt="2026-10-02T15:37:33.117" v="8126" actId="21"/>
          <ac:spMkLst>
            <pc:docMk/>
            <pc:sldMk cId="1222543637" sldId="400"/>
            <ac:spMk id="19" creationId="{F5C4D3AE-2818-1341-4985-C7222E9734CC}"/>
          </ac:spMkLst>
        </pc:spChg>
        <pc:spChg chg="del">
          <ac:chgData name="Jonathan Mah" userId="5261b2f2f3e51194" providerId="LiveId" clId="{6E813FC7-2C39-486A-B82F-53E43BD6D0D8}" dt="2026-10-02T15:37:20.023" v="8124" actId="478"/>
          <ac:spMkLst>
            <pc:docMk/>
            <pc:sldMk cId="1222543637" sldId="400"/>
            <ac:spMk id="20" creationId="{76FC0804-00AD-4F23-B71E-5F34360F4230}"/>
          </ac:spMkLst>
        </pc:spChg>
        <pc:spChg chg="add del mod">
          <ac:chgData name="Jonathan Mah" userId="5261b2f2f3e51194" providerId="LiveId" clId="{6E813FC7-2C39-486A-B82F-53E43BD6D0D8}" dt="2026-10-02T15:37:33.117" v="8126" actId="21"/>
          <ac:spMkLst>
            <pc:docMk/>
            <pc:sldMk cId="1222543637" sldId="400"/>
            <ac:spMk id="21" creationId="{50AB23CA-CBAE-0118-F27C-17035BB6FEC7}"/>
          </ac:spMkLst>
        </pc:spChg>
        <pc:spChg chg="add mod">
          <ac:chgData name="Jonathan Mah" userId="5261b2f2f3e51194" providerId="LiveId" clId="{6E813FC7-2C39-486A-B82F-53E43BD6D0D8}" dt="2026-10-02T15:37:15.193" v="8122" actId="1076"/>
          <ac:spMkLst>
            <pc:docMk/>
            <pc:sldMk cId="1222543637" sldId="400"/>
            <ac:spMk id="22" creationId="{6EA2DCC7-6283-AB31-AEA4-79FE02022F6E}"/>
          </ac:spMkLst>
        </pc:spChg>
      </pc:sldChg>
      <pc:sldChg chg="addSp modSp add mod modNotesTx">
        <pc:chgData name="Jonathan Mah" userId="5261b2f2f3e51194" providerId="LiveId" clId="{6E813FC7-2C39-486A-B82F-53E43BD6D0D8}" dt="2026-10-02T15:40:20.731" v="8396" actId="20577"/>
        <pc:sldMkLst>
          <pc:docMk/>
          <pc:sldMk cId="969829333" sldId="401"/>
        </pc:sldMkLst>
        <pc:spChg chg="add mod">
          <ac:chgData name="Jonathan Mah" userId="5261b2f2f3e51194" providerId="LiveId" clId="{6E813FC7-2C39-486A-B82F-53E43BD6D0D8}" dt="2026-10-02T15:37:33.942" v="8127"/>
          <ac:spMkLst>
            <pc:docMk/>
            <pc:sldMk cId="969829333" sldId="401"/>
            <ac:spMk id="5" creationId="{05FFCCAF-CE19-37A3-BAFD-DBBC460DC4C7}"/>
          </ac:spMkLst>
        </pc:spChg>
        <pc:spChg chg="mod">
          <ac:chgData name="Jonathan Mah" userId="5261b2f2f3e51194" providerId="LiveId" clId="{6E813FC7-2C39-486A-B82F-53E43BD6D0D8}" dt="2026-10-02T15:36:06.917" v="8068" actId="113"/>
          <ac:spMkLst>
            <pc:docMk/>
            <pc:sldMk cId="969829333" sldId="401"/>
            <ac:spMk id="6" creationId="{81ABBD92-7845-F30E-3EA9-2B2F9D034574}"/>
          </ac:spMkLst>
        </pc:spChg>
        <pc:spChg chg="add mod">
          <ac:chgData name="Jonathan Mah" userId="5261b2f2f3e51194" providerId="LiveId" clId="{6E813FC7-2C39-486A-B82F-53E43BD6D0D8}" dt="2026-10-02T15:37:33.942" v="8127"/>
          <ac:spMkLst>
            <pc:docMk/>
            <pc:sldMk cId="969829333" sldId="401"/>
            <ac:spMk id="7" creationId="{3438409C-9034-4416-EEB0-45D2F20E52AE}"/>
          </ac:spMkLst>
        </pc:spChg>
        <pc:spChg chg="add mod">
          <ac:chgData name="Jonathan Mah" userId="5261b2f2f3e51194" providerId="LiveId" clId="{6E813FC7-2C39-486A-B82F-53E43BD6D0D8}" dt="2026-10-02T15:37:33.942" v="8127"/>
          <ac:spMkLst>
            <pc:docMk/>
            <pc:sldMk cId="969829333" sldId="401"/>
            <ac:spMk id="9" creationId="{854BB843-9DD8-4A68-31BF-F080F90F0815}"/>
          </ac:spMkLst>
        </pc:spChg>
        <pc:spChg chg="mod">
          <ac:chgData name="Jonathan Mah" userId="5261b2f2f3e51194" providerId="LiveId" clId="{6E813FC7-2C39-486A-B82F-53E43BD6D0D8}" dt="2026-10-02T15:36:10.933" v="8069" actId="113"/>
          <ac:spMkLst>
            <pc:docMk/>
            <pc:sldMk cId="969829333" sldId="401"/>
            <ac:spMk id="10" creationId="{79531B88-7104-8E5A-4F3C-B5C247C5E98C}"/>
          </ac:spMkLst>
        </pc:spChg>
        <pc:spChg chg="add mod">
          <ac:chgData name="Jonathan Mah" userId="5261b2f2f3e51194" providerId="LiveId" clId="{6E813FC7-2C39-486A-B82F-53E43BD6D0D8}" dt="2026-10-02T15:37:33.942" v="8127"/>
          <ac:spMkLst>
            <pc:docMk/>
            <pc:sldMk cId="969829333" sldId="401"/>
            <ac:spMk id="11" creationId="{59778D6E-5796-A099-58DF-6A52851AD135}"/>
          </ac:spMkLst>
        </pc:spChg>
        <pc:spChg chg="add mod">
          <ac:chgData name="Jonathan Mah" userId="5261b2f2f3e51194" providerId="LiveId" clId="{6E813FC7-2C39-486A-B82F-53E43BD6D0D8}" dt="2026-10-02T15:37:33.942" v="8127"/>
          <ac:spMkLst>
            <pc:docMk/>
            <pc:sldMk cId="969829333" sldId="401"/>
            <ac:spMk id="14" creationId="{9C8308FD-D0C4-6B2F-E529-6056806AEBC1}"/>
          </ac:spMkLst>
        </pc:spChg>
        <pc:spChg chg="add mod">
          <ac:chgData name="Jonathan Mah" userId="5261b2f2f3e51194" providerId="LiveId" clId="{6E813FC7-2C39-486A-B82F-53E43BD6D0D8}" dt="2026-10-02T15:37:33.942" v="8127"/>
          <ac:spMkLst>
            <pc:docMk/>
            <pc:sldMk cId="969829333" sldId="401"/>
            <ac:spMk id="15" creationId="{93AC4919-AA3C-C3DD-3A99-272935096E58}"/>
          </ac:spMkLst>
        </pc:spChg>
        <pc:spChg chg="add mod">
          <ac:chgData name="Jonathan Mah" userId="5261b2f2f3e51194" providerId="LiveId" clId="{6E813FC7-2C39-486A-B82F-53E43BD6D0D8}" dt="2026-10-02T15:37:33.942" v="8127"/>
          <ac:spMkLst>
            <pc:docMk/>
            <pc:sldMk cId="969829333" sldId="401"/>
            <ac:spMk id="16" creationId="{434B538E-B8BE-1ED3-45D5-1956D7684A93}"/>
          </ac:spMkLst>
        </pc:spChg>
        <pc:spChg chg="add mod">
          <ac:chgData name="Jonathan Mah" userId="5261b2f2f3e51194" providerId="LiveId" clId="{6E813FC7-2C39-486A-B82F-53E43BD6D0D8}" dt="2026-10-02T15:37:33.942" v="8127"/>
          <ac:spMkLst>
            <pc:docMk/>
            <pc:sldMk cId="969829333" sldId="401"/>
            <ac:spMk id="17" creationId="{ECB2531A-3A17-795B-262F-E0D8A3AECAFB}"/>
          </ac:spMkLst>
        </pc:spChg>
        <pc:spChg chg="add mod">
          <ac:chgData name="Jonathan Mah" userId="5261b2f2f3e51194" providerId="LiveId" clId="{6E813FC7-2C39-486A-B82F-53E43BD6D0D8}" dt="2026-10-02T15:37:33.942" v="8127"/>
          <ac:spMkLst>
            <pc:docMk/>
            <pc:sldMk cId="969829333" sldId="401"/>
            <ac:spMk id="18" creationId="{05459999-C113-9CAB-A655-83C7C6AE7A37}"/>
          </ac:spMkLst>
        </pc:spChg>
        <pc:spChg chg="add mod">
          <ac:chgData name="Jonathan Mah" userId="5261b2f2f3e51194" providerId="LiveId" clId="{6E813FC7-2C39-486A-B82F-53E43BD6D0D8}" dt="2026-10-02T15:37:33.942" v="8127"/>
          <ac:spMkLst>
            <pc:docMk/>
            <pc:sldMk cId="969829333" sldId="401"/>
            <ac:spMk id="21" creationId="{50AB23CA-CBAE-0118-F27C-17035BB6FEC7}"/>
          </ac:spMkLst>
        </pc:spChg>
      </pc:sldChg>
      <pc:sldChg chg="addSp modSp add mod modNotesTx">
        <pc:chgData name="Jonathan Mah" userId="5261b2f2f3e51194" providerId="LiveId" clId="{6E813FC7-2C39-486A-B82F-53E43BD6D0D8}" dt="2026-10-02T15:42:30.640" v="8702" actId="20577"/>
        <pc:sldMkLst>
          <pc:docMk/>
          <pc:sldMk cId="4102642527" sldId="402"/>
        </pc:sldMkLst>
        <pc:picChg chg="add mod">
          <ac:chgData name="Jonathan Mah" userId="5261b2f2f3e51194" providerId="LiveId" clId="{6E813FC7-2C39-486A-B82F-53E43BD6D0D8}" dt="2026-10-02T15:41:30.668" v="8466" actId="1076"/>
          <ac:picMkLst>
            <pc:docMk/>
            <pc:sldMk cId="4102642527" sldId="402"/>
            <ac:picMk id="23" creationId="{880B87D1-24EE-41A3-1137-FE2694313D29}"/>
          </ac:picMkLst>
        </pc:picChg>
      </pc:sldChg>
      <pc:sldChg chg="addSp modSp add mod modNotesTx">
        <pc:chgData name="Jonathan Mah" userId="5261b2f2f3e51194" providerId="LiveId" clId="{6E813FC7-2C39-486A-B82F-53E43BD6D0D8}" dt="2026-10-02T15:48:03.143" v="9280" actId="693"/>
        <pc:sldMkLst>
          <pc:docMk/>
          <pc:sldMk cId="2678572540" sldId="403"/>
        </pc:sldMkLst>
        <pc:spChg chg="add mod">
          <ac:chgData name="Jonathan Mah" userId="5261b2f2f3e51194" providerId="LiveId" clId="{6E813FC7-2C39-486A-B82F-53E43BD6D0D8}" dt="2026-10-02T15:48:03.143" v="9280" actId="693"/>
          <ac:spMkLst>
            <pc:docMk/>
            <pc:sldMk cId="2678572540" sldId="403"/>
            <ac:spMk id="8" creationId="{A2B6A652-D78E-2C03-AE9F-D60E90A4E075}"/>
          </ac:spMkLst>
        </pc:spChg>
        <pc:spChg chg="mod">
          <ac:chgData name="Jonathan Mah" userId="5261b2f2f3e51194" providerId="LiveId" clId="{6E813FC7-2C39-486A-B82F-53E43BD6D0D8}" dt="2026-10-02T15:42:49.160" v="8704" actId="113"/>
          <ac:spMkLst>
            <pc:docMk/>
            <pc:sldMk cId="2678572540" sldId="403"/>
            <ac:spMk id="10" creationId="{42BA2640-9A50-DB2D-E4C4-CF4CD6F8D161}"/>
          </ac:spMkLst>
        </pc:spChg>
        <pc:picChg chg="add mod">
          <ac:chgData name="Jonathan Mah" userId="5261b2f2f3e51194" providerId="LiveId" clId="{6E813FC7-2C39-486A-B82F-53E43BD6D0D8}" dt="2026-10-02T15:46:00.158" v="9186" actId="1076"/>
          <ac:picMkLst>
            <pc:docMk/>
            <pc:sldMk cId="2678572540" sldId="403"/>
            <ac:picMk id="4" creationId="{1BEC8CEC-4B98-59F6-DFF4-A9E56475A801}"/>
          </ac:picMkLst>
        </pc:picChg>
        <pc:picChg chg="add mod">
          <ac:chgData name="Jonathan Mah" userId="5261b2f2f3e51194" providerId="LiveId" clId="{6E813FC7-2C39-486A-B82F-53E43BD6D0D8}" dt="2026-10-02T15:47:32.089" v="9273" actId="1076"/>
          <ac:picMkLst>
            <pc:docMk/>
            <pc:sldMk cId="2678572540" sldId="403"/>
            <ac:picMk id="7" creationId="{A3BA94E9-2A60-8AE3-5A61-85A50642782B}"/>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F446724-7A58-4020-9182-8374F0305DD3}" type="datetimeFigureOut">
              <a:rPr lang="en-US" smtClean="0"/>
              <a:t>10/2/2026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D984E8B-8157-4976-ABDF-6DA2CAC3440F}" type="slidenum">
              <a:rPr lang="en-US" smtClean="0"/>
              <a:t>‹#›</a:t>
            </a:fld>
            <a:endParaRPr lang="en-US"/>
          </a:p>
        </p:txBody>
      </p:sp>
    </p:spTree>
    <p:extLst>
      <p:ext uri="{BB962C8B-B14F-4D97-AF65-F5344CB8AC3E}">
        <p14:creationId xmlns:p14="http://schemas.microsoft.com/office/powerpoint/2010/main" val="19743846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Hi all, I’m Jon, a relatively recent hire in Charleston’s group. Today I’ll be talking about some ongoing work concerning inference on ancestral recombination graphs using </a:t>
            </a:r>
            <a:r>
              <a:rPr lang="en-US" err="1"/>
              <a:t>gLike</a:t>
            </a:r>
            <a:r>
              <a:rPr lang="en-US"/>
              <a:t>, a software package output by </a:t>
            </a:r>
            <a:r>
              <a:rPr lang="en-US" err="1"/>
              <a:t>Caoqi</a:t>
            </a:r>
            <a:r>
              <a:rPr lang="en-US"/>
              <a:t>, a prior trainee from Charleston’s group.</a:t>
            </a:r>
          </a:p>
        </p:txBody>
      </p:sp>
      <p:sp>
        <p:nvSpPr>
          <p:cNvPr id="4" name="Slide Number Placeholder 3"/>
          <p:cNvSpPr>
            <a:spLocks noGrp="1"/>
          </p:cNvSpPr>
          <p:nvPr>
            <p:ph type="sldNum" sz="quarter" idx="5"/>
          </p:nvPr>
        </p:nvSpPr>
        <p:spPr/>
        <p:txBody>
          <a:bodyPr/>
          <a:lstStyle/>
          <a:p>
            <a:fld id="{9D984E8B-8157-4976-ABDF-6DA2CAC3440F}" type="slidenum">
              <a:rPr lang="en-US" smtClean="0"/>
              <a:t>1</a:t>
            </a:fld>
            <a:endParaRPr lang="en-US"/>
          </a:p>
        </p:txBody>
      </p:sp>
    </p:spTree>
    <p:extLst>
      <p:ext uri="{BB962C8B-B14F-4D97-AF65-F5344CB8AC3E}">
        <p14:creationId xmlns:p14="http://schemas.microsoft.com/office/powerpoint/2010/main" val="5164801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The goal of this project is to estimate demographic parameters from likelihoods defined on ancestral recombination graphs, or ARGs. In summary, given an ARG and a model of population demographic history, we ask: what parameters best explain the observed ancestry? Whatever model parameters fit best to the data are then assumed to represent the underlying biology. </a:t>
            </a:r>
          </a:p>
          <a:p>
            <a:endParaRPr lang="en-US"/>
          </a:p>
        </p:txBody>
      </p:sp>
      <p:sp>
        <p:nvSpPr>
          <p:cNvPr id="4" name="Slide Number Placeholder 3"/>
          <p:cNvSpPr>
            <a:spLocks noGrp="1"/>
          </p:cNvSpPr>
          <p:nvPr>
            <p:ph type="sldNum" sz="quarter" idx="5"/>
          </p:nvPr>
        </p:nvSpPr>
        <p:spPr/>
        <p:txBody>
          <a:bodyPr/>
          <a:lstStyle/>
          <a:p>
            <a:fld id="{9D984E8B-8157-4976-ABDF-6DA2CAC3440F}" type="slidenum">
              <a:rPr lang="en-US" smtClean="0"/>
              <a:t>2</a:t>
            </a:fld>
            <a:endParaRPr lang="en-US"/>
          </a:p>
        </p:txBody>
      </p:sp>
    </p:spTree>
    <p:extLst>
      <p:ext uri="{BB962C8B-B14F-4D97-AF65-F5344CB8AC3E}">
        <p14:creationId xmlns:p14="http://schemas.microsoft.com/office/powerpoint/2010/main" val="18407464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8265CC-59D3-0016-EEC7-EBA8C7AD72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7DE209-C28D-9D6D-CD04-978B635EC96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FA46A3C-CA5F-0CCC-4C3E-E0260C06D101}"/>
              </a:ext>
            </a:extLst>
          </p:cNvPr>
          <p:cNvSpPr>
            <a:spLocks noGrp="1"/>
          </p:cNvSpPr>
          <p:nvPr>
            <p:ph type="body" idx="1"/>
          </p:nvPr>
        </p:nvSpPr>
        <p:spPr/>
        <p:txBody>
          <a:bodyPr/>
          <a:lstStyle/>
          <a:p>
            <a:r>
              <a:rPr lang="en-US"/>
              <a:t>Here on the left I how a schematic representation of an ARG or ancestral recombination graph, which represents a sampling of ancestry across the genome. Unlike a single phylogenetic tree, genealogies can change as we parse along the genome due to recombination. This makes ARGs particularly useful for demographic inference because their structure contains information about population size changes, migration, admixture, recombination, etc.</a:t>
            </a:r>
          </a:p>
        </p:txBody>
      </p:sp>
      <p:sp>
        <p:nvSpPr>
          <p:cNvPr id="4" name="Slide Number Placeholder 3">
            <a:extLst>
              <a:ext uri="{FF2B5EF4-FFF2-40B4-BE49-F238E27FC236}">
                <a16:creationId xmlns:a16="http://schemas.microsoft.com/office/drawing/2014/main" id="{1A90CCD4-8A68-BD5C-7B28-72154B95FB2A}"/>
              </a:ext>
            </a:extLst>
          </p:cNvPr>
          <p:cNvSpPr>
            <a:spLocks noGrp="1"/>
          </p:cNvSpPr>
          <p:nvPr>
            <p:ph type="sldNum" sz="quarter" idx="5"/>
          </p:nvPr>
        </p:nvSpPr>
        <p:spPr/>
        <p:txBody>
          <a:bodyPr/>
          <a:lstStyle/>
          <a:p>
            <a:fld id="{9D984E8B-8157-4976-ABDF-6DA2CAC3440F}" type="slidenum">
              <a:rPr lang="en-US" smtClean="0"/>
              <a:t>3</a:t>
            </a:fld>
            <a:endParaRPr lang="en-US"/>
          </a:p>
        </p:txBody>
      </p:sp>
    </p:spTree>
    <p:extLst>
      <p:ext uri="{BB962C8B-B14F-4D97-AF65-F5344CB8AC3E}">
        <p14:creationId xmlns:p14="http://schemas.microsoft.com/office/powerpoint/2010/main" val="18358320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17DD66-FBF2-0CA1-A7CD-CFFAF09DF2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EA162B-7415-B347-AE3B-D70898B44EF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5BB3682-AFAA-5C5F-6E2F-D0DB929DFA4B}"/>
              </a:ext>
            </a:extLst>
          </p:cNvPr>
          <p:cNvSpPr>
            <a:spLocks noGrp="1"/>
          </p:cNvSpPr>
          <p:nvPr>
            <p:ph type="body" idx="1"/>
          </p:nvPr>
        </p:nvSpPr>
        <p:spPr/>
        <p:txBody>
          <a:bodyPr/>
          <a:lstStyle/>
          <a:p>
            <a:r>
              <a:rPr lang="en-US"/>
              <a:t>Once we have an ARG, the problem becomes about likelihood optimization. Suppose we have some demographic parameter vector, theta, shown here on the right. We want to find the parameterization that maximizes the likelihood of the observed ancestry. The important computational point is that a major challenge to this class of problem is that evaluating this likelihood function can be expensive, and parameter space can be highly coupled. Today, I’ll be focusing specifically on optimization strategy, and some recent work on implementing an alternative model fitting approach known as CMA-ES or a </a:t>
            </a:r>
            <a:r>
              <a:rPr lang="fr-FR"/>
              <a:t>Covariance matrix adaptation evolution strategy.</a:t>
            </a:r>
            <a:endParaRPr lang="en-US"/>
          </a:p>
        </p:txBody>
      </p:sp>
      <p:sp>
        <p:nvSpPr>
          <p:cNvPr id="4" name="Slide Number Placeholder 3">
            <a:extLst>
              <a:ext uri="{FF2B5EF4-FFF2-40B4-BE49-F238E27FC236}">
                <a16:creationId xmlns:a16="http://schemas.microsoft.com/office/drawing/2014/main" id="{25CC7F4A-A782-77D2-BA73-12D9A10B491E}"/>
              </a:ext>
            </a:extLst>
          </p:cNvPr>
          <p:cNvSpPr>
            <a:spLocks noGrp="1"/>
          </p:cNvSpPr>
          <p:nvPr>
            <p:ph type="sldNum" sz="quarter" idx="5"/>
          </p:nvPr>
        </p:nvSpPr>
        <p:spPr/>
        <p:txBody>
          <a:bodyPr/>
          <a:lstStyle/>
          <a:p>
            <a:fld id="{9D984E8B-8157-4976-ABDF-6DA2CAC3440F}" type="slidenum">
              <a:rPr lang="en-US" smtClean="0"/>
              <a:t>4</a:t>
            </a:fld>
            <a:endParaRPr lang="en-US"/>
          </a:p>
        </p:txBody>
      </p:sp>
    </p:spTree>
    <p:extLst>
      <p:ext uri="{BB962C8B-B14F-4D97-AF65-F5344CB8AC3E}">
        <p14:creationId xmlns:p14="http://schemas.microsoft.com/office/powerpoint/2010/main" val="20761732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392A19-C886-3654-E253-5F5E46FD62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8ED747-A4A3-EE3F-7122-21D7F91C709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2FD909F-219A-B11E-5750-78CC187FE673}"/>
              </a:ext>
            </a:extLst>
          </p:cNvPr>
          <p:cNvSpPr>
            <a:spLocks noGrp="1"/>
          </p:cNvSpPr>
          <p:nvPr>
            <p:ph type="body" idx="1"/>
          </p:nvPr>
        </p:nvSpPr>
        <p:spPr/>
        <p:txBody>
          <a:bodyPr/>
          <a:lstStyle/>
          <a:p>
            <a:r>
              <a:rPr lang="en-US"/>
              <a:t>I’d like to first identify the problems that occur for the currently implemented </a:t>
            </a:r>
            <a:r>
              <a:rPr lang="en-US" err="1"/>
              <a:t>gLike</a:t>
            </a:r>
            <a:r>
              <a:rPr lang="en-US"/>
              <a:t> search. The basic strategy is to independently maintain a learning rate for each parameter, and then iteratively jitter each parameter “up” or “down” a step size and evaluating the likelihood while holding all other parameters constant. Successful likelihood improvements in one direction will encourage the search to move 50% faster in that direction, while unsuccessful likelihood improvements will encourage the search to move 50% slower in that direction.</a:t>
            </a:r>
          </a:p>
        </p:txBody>
      </p:sp>
      <p:sp>
        <p:nvSpPr>
          <p:cNvPr id="4" name="Slide Number Placeholder 3">
            <a:extLst>
              <a:ext uri="{FF2B5EF4-FFF2-40B4-BE49-F238E27FC236}">
                <a16:creationId xmlns:a16="http://schemas.microsoft.com/office/drawing/2014/main" id="{BBD0A0B0-7991-E28F-C3D0-BFF85AA23B33}"/>
              </a:ext>
            </a:extLst>
          </p:cNvPr>
          <p:cNvSpPr>
            <a:spLocks noGrp="1"/>
          </p:cNvSpPr>
          <p:nvPr>
            <p:ph type="sldNum" sz="quarter" idx="5"/>
          </p:nvPr>
        </p:nvSpPr>
        <p:spPr/>
        <p:txBody>
          <a:bodyPr/>
          <a:lstStyle/>
          <a:p>
            <a:fld id="{9D984E8B-8157-4976-ABDF-6DA2CAC3440F}" type="slidenum">
              <a:rPr lang="en-US" smtClean="0"/>
              <a:t>5</a:t>
            </a:fld>
            <a:endParaRPr lang="en-US"/>
          </a:p>
        </p:txBody>
      </p:sp>
    </p:spTree>
    <p:extLst>
      <p:ext uri="{BB962C8B-B14F-4D97-AF65-F5344CB8AC3E}">
        <p14:creationId xmlns:p14="http://schemas.microsoft.com/office/powerpoint/2010/main" val="38225788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B2E0FB-8D0F-83FD-C7E4-F71672D05E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CFCF81-A92B-6A4D-23CB-57292B074A5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434B161-6A7D-096E-2556-A392602D3D84}"/>
              </a:ext>
            </a:extLst>
          </p:cNvPr>
          <p:cNvSpPr>
            <a:spLocks noGrp="1"/>
          </p:cNvSpPr>
          <p:nvPr>
            <p:ph type="body" idx="1"/>
          </p:nvPr>
        </p:nvSpPr>
        <p:spPr/>
        <p:txBody>
          <a:bodyPr/>
          <a:lstStyle/>
          <a:p>
            <a:r>
              <a:rPr lang="en-US"/>
              <a:t>One prevalent issue with the currently implemented search in </a:t>
            </a:r>
            <a:r>
              <a:rPr lang="en-US" err="1"/>
              <a:t>gLike</a:t>
            </a:r>
            <a:r>
              <a:rPr lang="en-US"/>
              <a:t> is that parameters are often coupled, such as population size change and time parameters. On the left, I show a simple two-dimensional likelihood surface of a much simpler demographic model in which we find that the likelihood surface has a “ridge”-like affect.</a:t>
            </a:r>
          </a:p>
        </p:txBody>
      </p:sp>
      <p:sp>
        <p:nvSpPr>
          <p:cNvPr id="4" name="Slide Number Placeholder 3">
            <a:extLst>
              <a:ext uri="{FF2B5EF4-FFF2-40B4-BE49-F238E27FC236}">
                <a16:creationId xmlns:a16="http://schemas.microsoft.com/office/drawing/2014/main" id="{73E1FF9C-C9CD-0878-298F-478B16C19586}"/>
              </a:ext>
            </a:extLst>
          </p:cNvPr>
          <p:cNvSpPr>
            <a:spLocks noGrp="1"/>
          </p:cNvSpPr>
          <p:nvPr>
            <p:ph type="sldNum" sz="quarter" idx="5"/>
          </p:nvPr>
        </p:nvSpPr>
        <p:spPr/>
        <p:txBody>
          <a:bodyPr/>
          <a:lstStyle/>
          <a:p>
            <a:fld id="{9D984E8B-8157-4976-ABDF-6DA2CAC3440F}" type="slidenum">
              <a:rPr lang="en-US" smtClean="0"/>
              <a:t>6</a:t>
            </a:fld>
            <a:endParaRPr lang="en-US"/>
          </a:p>
        </p:txBody>
      </p:sp>
    </p:spTree>
    <p:extLst>
      <p:ext uri="{BB962C8B-B14F-4D97-AF65-F5344CB8AC3E}">
        <p14:creationId xmlns:p14="http://schemas.microsoft.com/office/powerpoint/2010/main" val="7235999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AFBD52-CC22-CBF0-30E3-A9315668C1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178CEC-5E76-E0D7-C874-00A8BE3CF36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EE29CE3-9C20-F355-36EA-9AC449A90EB9}"/>
              </a:ext>
            </a:extLst>
          </p:cNvPr>
          <p:cNvSpPr>
            <a:spLocks noGrp="1"/>
          </p:cNvSpPr>
          <p:nvPr>
            <p:ph type="body" idx="1"/>
          </p:nvPr>
        </p:nvSpPr>
        <p:spPr/>
        <p:txBody>
          <a:bodyPr/>
          <a:lstStyle/>
          <a:p>
            <a:r>
              <a:rPr lang="en-US"/>
              <a:t>In practice, this can cause issues with </a:t>
            </a:r>
            <a:r>
              <a:rPr lang="en-US" err="1"/>
              <a:t>gLike’s</a:t>
            </a:r>
            <a:r>
              <a:rPr lang="en-US"/>
              <a:t> currently implemented search method, in which we can iteratively “zig-zag”. Here on the right I show five such iterations where, starting at the black dot, we iterate small changes over parameter 1 and parameter 2 until finally landing at a better parameterization shown as a larger green dot. Note that this is only being demonstrated with a simple two-dimensional likelihood surface – actual models are much more complex and may have even more complex likelihood topology. The underlying assumption of a coordinate search approach is that likelihood progression can be made by exploring one coordinate at a time, when that might not necessarily be the case.</a:t>
            </a:r>
          </a:p>
        </p:txBody>
      </p:sp>
      <p:sp>
        <p:nvSpPr>
          <p:cNvPr id="4" name="Slide Number Placeholder 3">
            <a:extLst>
              <a:ext uri="{FF2B5EF4-FFF2-40B4-BE49-F238E27FC236}">
                <a16:creationId xmlns:a16="http://schemas.microsoft.com/office/drawing/2014/main" id="{C56BF047-B40E-5BAF-F78C-63CCC9553A24}"/>
              </a:ext>
            </a:extLst>
          </p:cNvPr>
          <p:cNvSpPr>
            <a:spLocks noGrp="1"/>
          </p:cNvSpPr>
          <p:nvPr>
            <p:ph type="sldNum" sz="quarter" idx="5"/>
          </p:nvPr>
        </p:nvSpPr>
        <p:spPr/>
        <p:txBody>
          <a:bodyPr/>
          <a:lstStyle/>
          <a:p>
            <a:fld id="{9D984E8B-8157-4976-ABDF-6DA2CAC3440F}" type="slidenum">
              <a:rPr lang="en-US" smtClean="0"/>
              <a:t>7</a:t>
            </a:fld>
            <a:endParaRPr lang="en-US"/>
          </a:p>
        </p:txBody>
      </p:sp>
    </p:spTree>
    <p:extLst>
      <p:ext uri="{BB962C8B-B14F-4D97-AF65-F5344CB8AC3E}">
        <p14:creationId xmlns:p14="http://schemas.microsoft.com/office/powerpoint/2010/main" val="3406601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AFB557-B969-40B5-5225-E25A0FE8F3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C10FFC-99E7-6C2B-8B13-A6692AE9DB0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6AEEA91-3159-8318-55B4-FD9D22D6DBB5}"/>
              </a:ext>
            </a:extLst>
          </p:cNvPr>
          <p:cNvSpPr>
            <a:spLocks noGrp="1"/>
          </p:cNvSpPr>
          <p:nvPr>
            <p:ph type="body" idx="1"/>
          </p:nvPr>
        </p:nvSpPr>
        <p:spPr/>
        <p:txBody>
          <a:bodyPr/>
          <a:lstStyle/>
          <a:p>
            <a:r>
              <a:rPr lang="en-US"/>
              <a:t>CMA-ES takes a fundamentally different approach. Instead of asking which direction we should move our search at what step size for each individual coordinate, we instead begin by sampling a population of candidate solutions from a multivariate distribution determined by some span of solution space.</a:t>
            </a:r>
          </a:p>
        </p:txBody>
      </p:sp>
      <p:sp>
        <p:nvSpPr>
          <p:cNvPr id="4" name="Slide Number Placeholder 3">
            <a:extLst>
              <a:ext uri="{FF2B5EF4-FFF2-40B4-BE49-F238E27FC236}">
                <a16:creationId xmlns:a16="http://schemas.microsoft.com/office/drawing/2014/main" id="{D866A266-B1D5-5306-201B-22E294D96745}"/>
              </a:ext>
            </a:extLst>
          </p:cNvPr>
          <p:cNvSpPr>
            <a:spLocks noGrp="1"/>
          </p:cNvSpPr>
          <p:nvPr>
            <p:ph type="sldNum" sz="quarter" idx="5"/>
          </p:nvPr>
        </p:nvSpPr>
        <p:spPr/>
        <p:txBody>
          <a:bodyPr/>
          <a:lstStyle/>
          <a:p>
            <a:fld id="{9D984E8B-8157-4976-ABDF-6DA2CAC3440F}" type="slidenum">
              <a:rPr lang="en-US" smtClean="0"/>
              <a:t>8</a:t>
            </a:fld>
            <a:endParaRPr lang="en-US"/>
          </a:p>
        </p:txBody>
      </p:sp>
    </p:spTree>
    <p:extLst>
      <p:ext uri="{BB962C8B-B14F-4D97-AF65-F5344CB8AC3E}">
        <p14:creationId xmlns:p14="http://schemas.microsoft.com/office/powerpoint/2010/main" val="23094559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0D8D35-EB43-054A-3C45-390E5B7058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3047CF-45E6-E1F4-2A51-0AD0C6D3EEC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27E6F73-BE48-C206-76E6-B99052B432EC}"/>
              </a:ext>
            </a:extLst>
          </p:cNvPr>
          <p:cNvSpPr>
            <a:spLocks noGrp="1"/>
          </p:cNvSpPr>
          <p:nvPr>
            <p:ph type="body" idx="1"/>
          </p:nvPr>
        </p:nvSpPr>
        <p:spPr/>
        <p:txBody>
          <a:bodyPr/>
          <a:lstStyle/>
          <a:p>
            <a:r>
              <a:rPr lang="en-US"/>
              <a:t>The key feature is covariance adaptation. From the sampling of about 30 different candidate solutions in our span of solution space, we calculate a covariance matrix of the local likelihood topology.</a:t>
            </a:r>
          </a:p>
        </p:txBody>
      </p:sp>
      <p:sp>
        <p:nvSpPr>
          <p:cNvPr id="4" name="Slide Number Placeholder 3">
            <a:extLst>
              <a:ext uri="{FF2B5EF4-FFF2-40B4-BE49-F238E27FC236}">
                <a16:creationId xmlns:a16="http://schemas.microsoft.com/office/drawing/2014/main" id="{791E05DA-7DD2-899E-432B-C4C84C24DD88}"/>
              </a:ext>
            </a:extLst>
          </p:cNvPr>
          <p:cNvSpPr>
            <a:spLocks noGrp="1"/>
          </p:cNvSpPr>
          <p:nvPr>
            <p:ph type="sldNum" sz="quarter" idx="5"/>
          </p:nvPr>
        </p:nvSpPr>
        <p:spPr/>
        <p:txBody>
          <a:bodyPr/>
          <a:lstStyle/>
          <a:p>
            <a:fld id="{9D984E8B-8157-4976-ABDF-6DA2CAC3440F}" type="slidenum">
              <a:rPr lang="en-US" smtClean="0"/>
              <a:t>9</a:t>
            </a:fld>
            <a:endParaRPr lang="en-US"/>
          </a:p>
        </p:txBody>
      </p:sp>
    </p:spTree>
    <p:extLst>
      <p:ext uri="{BB962C8B-B14F-4D97-AF65-F5344CB8AC3E}">
        <p14:creationId xmlns:p14="http://schemas.microsoft.com/office/powerpoint/2010/main" val="1486044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EF59D7-FFDA-AA23-C712-E79FAFB41F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B9A57D-25CC-2641-0AE3-C8F2BC6F276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EFEC00E-F1AC-B9B6-9217-8A800AFD4CAE}"/>
              </a:ext>
            </a:extLst>
          </p:cNvPr>
          <p:cNvSpPr>
            <a:spLocks noGrp="1"/>
          </p:cNvSpPr>
          <p:nvPr>
            <p:ph type="body" idx="1"/>
          </p:nvPr>
        </p:nvSpPr>
        <p:spPr/>
        <p:txBody>
          <a:bodyPr/>
          <a:lstStyle/>
          <a:p>
            <a:r>
              <a:rPr lang="en-US"/>
              <a:t>The optimizer is then able to learn correlations between parameters, and choose to rotate or stretch the next search distribution.</a:t>
            </a:r>
          </a:p>
        </p:txBody>
      </p:sp>
      <p:sp>
        <p:nvSpPr>
          <p:cNvPr id="4" name="Slide Number Placeholder 3">
            <a:extLst>
              <a:ext uri="{FF2B5EF4-FFF2-40B4-BE49-F238E27FC236}">
                <a16:creationId xmlns:a16="http://schemas.microsoft.com/office/drawing/2014/main" id="{264BE6B2-FD6D-B8EC-047F-3A647FF1621C}"/>
              </a:ext>
            </a:extLst>
          </p:cNvPr>
          <p:cNvSpPr>
            <a:spLocks noGrp="1"/>
          </p:cNvSpPr>
          <p:nvPr>
            <p:ph type="sldNum" sz="quarter" idx="5"/>
          </p:nvPr>
        </p:nvSpPr>
        <p:spPr/>
        <p:txBody>
          <a:bodyPr/>
          <a:lstStyle/>
          <a:p>
            <a:fld id="{9D984E8B-8157-4976-ABDF-6DA2CAC3440F}" type="slidenum">
              <a:rPr lang="en-US" smtClean="0"/>
              <a:t>10</a:t>
            </a:fld>
            <a:endParaRPr lang="en-US"/>
          </a:p>
        </p:txBody>
      </p:sp>
    </p:spTree>
    <p:extLst>
      <p:ext uri="{BB962C8B-B14F-4D97-AF65-F5344CB8AC3E}">
        <p14:creationId xmlns:p14="http://schemas.microsoft.com/office/powerpoint/2010/main" val="18753542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0011CC-8FD4-2B8A-71CA-034E9EB986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6DD898-DE10-CC04-67FE-2850DF1CCE7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7208B60-7006-C25B-B64C-7AC4D74CD940}"/>
              </a:ext>
            </a:extLst>
          </p:cNvPr>
          <p:cNvSpPr>
            <a:spLocks noGrp="1"/>
          </p:cNvSpPr>
          <p:nvPr>
            <p:ph type="body" idx="1"/>
          </p:nvPr>
        </p:nvSpPr>
        <p:spPr/>
        <p:txBody>
          <a:bodyPr/>
          <a:lstStyle/>
          <a:p>
            <a:r>
              <a:rPr lang="en-US"/>
              <a:t>This is the basic workflow of CMA-ES as is currently </a:t>
            </a:r>
            <a:r>
              <a:rPr lang="en-US" err="1"/>
              <a:t>impelemnted</a:t>
            </a:r>
            <a:r>
              <a:rPr lang="en-US"/>
              <a:t>. There are three important modifications to a standard CMA-ES </a:t>
            </a:r>
            <a:r>
              <a:rPr lang="en-US" err="1"/>
              <a:t>impelentation</a:t>
            </a:r>
            <a:r>
              <a:rPr lang="en-US"/>
              <a:t>, being parameter encoding and transformation, parameter scaling, and constrained evaluation.</a:t>
            </a:r>
          </a:p>
        </p:txBody>
      </p:sp>
      <p:sp>
        <p:nvSpPr>
          <p:cNvPr id="4" name="Slide Number Placeholder 3">
            <a:extLst>
              <a:ext uri="{FF2B5EF4-FFF2-40B4-BE49-F238E27FC236}">
                <a16:creationId xmlns:a16="http://schemas.microsoft.com/office/drawing/2014/main" id="{5D0F35AF-16F4-5F71-2FFA-8F943A4AD10B}"/>
              </a:ext>
            </a:extLst>
          </p:cNvPr>
          <p:cNvSpPr>
            <a:spLocks noGrp="1"/>
          </p:cNvSpPr>
          <p:nvPr>
            <p:ph type="sldNum" sz="quarter" idx="5"/>
          </p:nvPr>
        </p:nvSpPr>
        <p:spPr/>
        <p:txBody>
          <a:bodyPr/>
          <a:lstStyle/>
          <a:p>
            <a:fld id="{9D984E8B-8157-4976-ABDF-6DA2CAC3440F}" type="slidenum">
              <a:rPr lang="en-US" smtClean="0"/>
              <a:t>11</a:t>
            </a:fld>
            <a:endParaRPr lang="en-US"/>
          </a:p>
        </p:txBody>
      </p:sp>
    </p:spTree>
    <p:extLst>
      <p:ext uri="{BB962C8B-B14F-4D97-AF65-F5344CB8AC3E}">
        <p14:creationId xmlns:p14="http://schemas.microsoft.com/office/powerpoint/2010/main" val="18727893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65550F-1273-C8D6-6DAC-809AAB6529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74AD7B-1D2D-F1F9-57F0-38946F390EA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A15B1A1-BE86-86D1-76E4-AAFA3DE497AB}"/>
              </a:ext>
            </a:extLst>
          </p:cNvPr>
          <p:cNvSpPr>
            <a:spLocks noGrp="1"/>
          </p:cNvSpPr>
          <p:nvPr>
            <p:ph type="body" idx="1"/>
          </p:nvPr>
        </p:nvSpPr>
        <p:spPr/>
        <p:txBody>
          <a:bodyPr/>
          <a:lstStyle/>
          <a:p>
            <a:r>
              <a:rPr lang="en-US"/>
              <a:t>In ARGs, time parameters are interpreted backwards in time such that t_1 must be less than t_2, and so on and so forth. Importantly, relationships between parameters must be learned from the covariance matrix, thus, we cannot natively optimize time parameters. To address this, we implemented a parameter transformation, encoding, and decoding step.</a:t>
            </a:r>
          </a:p>
        </p:txBody>
      </p:sp>
      <p:sp>
        <p:nvSpPr>
          <p:cNvPr id="4" name="Slide Number Placeholder 3">
            <a:extLst>
              <a:ext uri="{FF2B5EF4-FFF2-40B4-BE49-F238E27FC236}">
                <a16:creationId xmlns:a16="http://schemas.microsoft.com/office/drawing/2014/main" id="{046E04E8-02F7-8F04-6FD7-BEC018377741}"/>
              </a:ext>
            </a:extLst>
          </p:cNvPr>
          <p:cNvSpPr>
            <a:spLocks noGrp="1"/>
          </p:cNvSpPr>
          <p:nvPr>
            <p:ph type="sldNum" sz="quarter" idx="5"/>
          </p:nvPr>
        </p:nvSpPr>
        <p:spPr/>
        <p:txBody>
          <a:bodyPr/>
          <a:lstStyle/>
          <a:p>
            <a:fld id="{9D984E8B-8157-4976-ABDF-6DA2CAC3440F}" type="slidenum">
              <a:rPr lang="en-US" smtClean="0"/>
              <a:t>12</a:t>
            </a:fld>
            <a:endParaRPr lang="en-US"/>
          </a:p>
        </p:txBody>
      </p:sp>
    </p:spTree>
    <p:extLst>
      <p:ext uri="{BB962C8B-B14F-4D97-AF65-F5344CB8AC3E}">
        <p14:creationId xmlns:p14="http://schemas.microsoft.com/office/powerpoint/2010/main" val="12482941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118921-203F-7C09-BA23-C5C0251221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34B87B-06E4-9E9E-0794-C16C43D4FC9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EAF5E43-CD83-3029-3B58-265A8D7A8747}"/>
              </a:ext>
            </a:extLst>
          </p:cNvPr>
          <p:cNvSpPr>
            <a:spLocks noGrp="1"/>
          </p:cNvSpPr>
          <p:nvPr>
            <p:ph type="body" idx="1"/>
          </p:nvPr>
        </p:nvSpPr>
        <p:spPr/>
        <p:txBody>
          <a:bodyPr/>
          <a:lstStyle/>
          <a:p>
            <a:r>
              <a:rPr lang="en-US"/>
              <a:t>The second important modification is to normalize the parameters. CMA-ES does not consider parameters differently, and as a result, the span of the solution space essentially treats population size the same as growth rate, which is bad.</a:t>
            </a:r>
          </a:p>
        </p:txBody>
      </p:sp>
      <p:sp>
        <p:nvSpPr>
          <p:cNvPr id="4" name="Slide Number Placeholder 3">
            <a:extLst>
              <a:ext uri="{FF2B5EF4-FFF2-40B4-BE49-F238E27FC236}">
                <a16:creationId xmlns:a16="http://schemas.microsoft.com/office/drawing/2014/main" id="{949F01CE-0DEC-5ECC-0490-ED5C400EA519}"/>
              </a:ext>
            </a:extLst>
          </p:cNvPr>
          <p:cNvSpPr>
            <a:spLocks noGrp="1"/>
          </p:cNvSpPr>
          <p:nvPr>
            <p:ph type="sldNum" sz="quarter" idx="5"/>
          </p:nvPr>
        </p:nvSpPr>
        <p:spPr/>
        <p:txBody>
          <a:bodyPr/>
          <a:lstStyle/>
          <a:p>
            <a:fld id="{9D984E8B-8157-4976-ABDF-6DA2CAC3440F}" type="slidenum">
              <a:rPr lang="en-US" smtClean="0"/>
              <a:t>13</a:t>
            </a:fld>
            <a:endParaRPr lang="en-US"/>
          </a:p>
        </p:txBody>
      </p:sp>
    </p:spTree>
    <p:extLst>
      <p:ext uri="{BB962C8B-B14F-4D97-AF65-F5344CB8AC3E}">
        <p14:creationId xmlns:p14="http://schemas.microsoft.com/office/powerpoint/2010/main" val="13033118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CD3129-AF18-1E0B-AF92-1B77562D0E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826215-7A00-225C-6BEB-1FA1D76E1DE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EDB3D2B-EF67-6179-5083-DEEF45CF0E42}"/>
              </a:ext>
            </a:extLst>
          </p:cNvPr>
          <p:cNvSpPr>
            <a:spLocks noGrp="1"/>
          </p:cNvSpPr>
          <p:nvPr>
            <p:ph type="body" idx="1"/>
          </p:nvPr>
        </p:nvSpPr>
        <p:spPr/>
        <p:txBody>
          <a:bodyPr/>
          <a:lstStyle/>
          <a:p>
            <a:r>
              <a:rPr lang="en-US"/>
              <a:t>To address this, we allow for users to internally provide a set of parameter rescaling factors such that the normalized parameters are between 0 and 1. If no specific set of factors is provided we scan the names of the parameters and approximate a scale which should normalize the parameter.</a:t>
            </a:r>
          </a:p>
        </p:txBody>
      </p:sp>
      <p:sp>
        <p:nvSpPr>
          <p:cNvPr id="4" name="Slide Number Placeholder 3">
            <a:extLst>
              <a:ext uri="{FF2B5EF4-FFF2-40B4-BE49-F238E27FC236}">
                <a16:creationId xmlns:a16="http://schemas.microsoft.com/office/drawing/2014/main" id="{7B852BF0-B3E5-DBB4-DE1D-3142F9D4FDCA}"/>
              </a:ext>
            </a:extLst>
          </p:cNvPr>
          <p:cNvSpPr>
            <a:spLocks noGrp="1"/>
          </p:cNvSpPr>
          <p:nvPr>
            <p:ph type="sldNum" sz="quarter" idx="5"/>
          </p:nvPr>
        </p:nvSpPr>
        <p:spPr/>
        <p:txBody>
          <a:bodyPr/>
          <a:lstStyle/>
          <a:p>
            <a:fld id="{9D984E8B-8157-4976-ABDF-6DA2CAC3440F}" type="slidenum">
              <a:rPr lang="en-US" smtClean="0"/>
              <a:t>14</a:t>
            </a:fld>
            <a:endParaRPr lang="en-US"/>
          </a:p>
        </p:txBody>
      </p:sp>
    </p:spTree>
    <p:extLst>
      <p:ext uri="{BB962C8B-B14F-4D97-AF65-F5344CB8AC3E}">
        <p14:creationId xmlns:p14="http://schemas.microsoft.com/office/powerpoint/2010/main" val="284440666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D15AE6-B060-C8F7-54BF-02FA0A4214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C1205B-E5C6-B8C3-5C7F-6972A50122C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180A190-183F-CCAF-5AE3-54EEB9B0114D}"/>
              </a:ext>
            </a:extLst>
          </p:cNvPr>
          <p:cNvSpPr>
            <a:spLocks noGrp="1"/>
          </p:cNvSpPr>
          <p:nvPr>
            <p:ph type="body" idx="1"/>
          </p:nvPr>
        </p:nvSpPr>
        <p:spPr/>
        <p:txBody>
          <a:bodyPr/>
          <a:lstStyle/>
          <a:p>
            <a:r>
              <a:rPr lang="en-US"/>
              <a:t>Lastly, an important consideration is that CMA-ES doesn’t have a lot of support for boundary conditions, because ideally the objective function and the covariance matrix should inform the optimizer of where to go. However, it’s entirely possibly that the span of solution space may capture non-viable parts of the likelihood surface. In this case, we set up a set of parameter validity checks wherein if a parameter escapes the boundaries, then we set it to a soft value close to the boundary.</a:t>
            </a:r>
          </a:p>
        </p:txBody>
      </p:sp>
      <p:sp>
        <p:nvSpPr>
          <p:cNvPr id="4" name="Slide Number Placeholder 3">
            <a:extLst>
              <a:ext uri="{FF2B5EF4-FFF2-40B4-BE49-F238E27FC236}">
                <a16:creationId xmlns:a16="http://schemas.microsoft.com/office/drawing/2014/main" id="{02C09C7F-FD18-C864-C82F-841C71BFE580}"/>
              </a:ext>
            </a:extLst>
          </p:cNvPr>
          <p:cNvSpPr>
            <a:spLocks noGrp="1"/>
          </p:cNvSpPr>
          <p:nvPr>
            <p:ph type="sldNum" sz="quarter" idx="5"/>
          </p:nvPr>
        </p:nvSpPr>
        <p:spPr/>
        <p:txBody>
          <a:bodyPr/>
          <a:lstStyle/>
          <a:p>
            <a:fld id="{9D984E8B-8157-4976-ABDF-6DA2CAC3440F}" type="slidenum">
              <a:rPr lang="en-US" smtClean="0"/>
              <a:t>15</a:t>
            </a:fld>
            <a:endParaRPr lang="en-US"/>
          </a:p>
        </p:txBody>
      </p:sp>
    </p:spTree>
    <p:extLst>
      <p:ext uri="{BB962C8B-B14F-4D97-AF65-F5344CB8AC3E}">
        <p14:creationId xmlns:p14="http://schemas.microsoft.com/office/powerpoint/2010/main" val="14857140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7935FB-E06B-FB6B-2AE7-6BBCCBDF03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F47324-AF8D-EC0D-DEBE-33088CE1E1D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780CDB5-DDC0-578A-3246-FC1FEF19BDB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D68C398-C79F-956E-0D0E-94F6F6163717}"/>
              </a:ext>
            </a:extLst>
          </p:cNvPr>
          <p:cNvSpPr>
            <a:spLocks noGrp="1"/>
          </p:cNvSpPr>
          <p:nvPr>
            <p:ph type="sldNum" sz="quarter" idx="5"/>
          </p:nvPr>
        </p:nvSpPr>
        <p:spPr/>
        <p:txBody>
          <a:bodyPr/>
          <a:lstStyle/>
          <a:p>
            <a:fld id="{9D984E8B-8157-4976-ABDF-6DA2CAC3440F}" type="slidenum">
              <a:rPr lang="en-US" smtClean="0"/>
              <a:t>16</a:t>
            </a:fld>
            <a:endParaRPr lang="en-US"/>
          </a:p>
        </p:txBody>
      </p:sp>
    </p:spTree>
    <p:extLst>
      <p:ext uri="{BB962C8B-B14F-4D97-AF65-F5344CB8AC3E}">
        <p14:creationId xmlns:p14="http://schemas.microsoft.com/office/powerpoint/2010/main" val="12078832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EBAD7E-EB93-2E6F-A57C-2E1CF58D6F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280247-7F86-A1F5-14A2-65FEBC690F4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62EEC1C-E4B3-840B-2152-8BA009B9384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8F825E4-B94E-276E-BA8F-2F5CEB2A05AD}"/>
              </a:ext>
            </a:extLst>
          </p:cNvPr>
          <p:cNvSpPr>
            <a:spLocks noGrp="1"/>
          </p:cNvSpPr>
          <p:nvPr>
            <p:ph type="sldNum" sz="quarter" idx="5"/>
          </p:nvPr>
        </p:nvSpPr>
        <p:spPr/>
        <p:txBody>
          <a:bodyPr/>
          <a:lstStyle/>
          <a:p>
            <a:fld id="{9D984E8B-8157-4976-ABDF-6DA2CAC3440F}" type="slidenum">
              <a:rPr lang="en-US" smtClean="0"/>
              <a:t>17</a:t>
            </a:fld>
            <a:endParaRPr lang="en-US"/>
          </a:p>
        </p:txBody>
      </p:sp>
    </p:spTree>
    <p:extLst>
      <p:ext uri="{BB962C8B-B14F-4D97-AF65-F5344CB8AC3E}">
        <p14:creationId xmlns:p14="http://schemas.microsoft.com/office/powerpoint/2010/main" val="211623005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8C8B30-222F-8BBE-9285-2C9492FDB4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F2C2B9-C11E-679C-4B2B-AD98EBDF95D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FF6571A-0FD7-1DC6-16D6-DDDE3187331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5AF264F-33B6-26A5-A80E-E8C476B3F631}"/>
              </a:ext>
            </a:extLst>
          </p:cNvPr>
          <p:cNvSpPr>
            <a:spLocks noGrp="1"/>
          </p:cNvSpPr>
          <p:nvPr>
            <p:ph type="sldNum" sz="quarter" idx="5"/>
          </p:nvPr>
        </p:nvSpPr>
        <p:spPr/>
        <p:txBody>
          <a:bodyPr/>
          <a:lstStyle/>
          <a:p>
            <a:fld id="{9D984E8B-8157-4976-ABDF-6DA2CAC3440F}" type="slidenum">
              <a:rPr lang="en-US" smtClean="0"/>
              <a:t>18</a:t>
            </a:fld>
            <a:endParaRPr lang="en-US"/>
          </a:p>
        </p:txBody>
      </p:sp>
    </p:spTree>
    <p:extLst>
      <p:ext uri="{BB962C8B-B14F-4D97-AF65-F5344CB8AC3E}">
        <p14:creationId xmlns:p14="http://schemas.microsoft.com/office/powerpoint/2010/main" val="18804026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4E809E-4FBF-46E9-A03C-31EEBBA5929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ED6B3F9-C3CC-4332-97E1-E1A833DD858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830F21C-7438-4532-A5C7-DCF6E4344AFC}"/>
              </a:ext>
            </a:extLst>
          </p:cNvPr>
          <p:cNvSpPr>
            <a:spLocks noGrp="1"/>
          </p:cNvSpPr>
          <p:nvPr>
            <p:ph type="dt" sz="half" idx="10"/>
          </p:nvPr>
        </p:nvSpPr>
        <p:spPr/>
        <p:txBody>
          <a:bodyPr/>
          <a:lstStyle/>
          <a:p>
            <a:fld id="{6A6E4237-9E27-40CF-A4D8-1330F92F21DA}" type="datetimeFigureOut">
              <a:rPr lang="en-US" smtClean="0"/>
              <a:t>10/2/2026</a:t>
            </a:fld>
            <a:endParaRPr lang="en-US"/>
          </a:p>
        </p:txBody>
      </p:sp>
      <p:sp>
        <p:nvSpPr>
          <p:cNvPr id="5" name="Footer Placeholder 4">
            <a:extLst>
              <a:ext uri="{FF2B5EF4-FFF2-40B4-BE49-F238E27FC236}">
                <a16:creationId xmlns:a16="http://schemas.microsoft.com/office/drawing/2014/main" id="{DB8F4506-70B6-4935-8FF8-CA26523616F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DA6150B-2B12-430D-A29B-1BEED4FA8139}"/>
              </a:ext>
            </a:extLst>
          </p:cNvPr>
          <p:cNvSpPr>
            <a:spLocks noGrp="1"/>
          </p:cNvSpPr>
          <p:nvPr>
            <p:ph type="sldNum" sz="quarter" idx="12"/>
          </p:nvPr>
        </p:nvSpPr>
        <p:spPr/>
        <p:txBody>
          <a:bodyPr/>
          <a:lstStyle/>
          <a:p>
            <a:fld id="{5455E71A-13F4-410A-B2AC-50A1149AE712}" type="slidenum">
              <a:rPr lang="en-US" smtClean="0"/>
              <a:t>‹#›</a:t>
            </a:fld>
            <a:endParaRPr lang="en-US"/>
          </a:p>
        </p:txBody>
      </p:sp>
    </p:spTree>
    <p:extLst>
      <p:ext uri="{BB962C8B-B14F-4D97-AF65-F5344CB8AC3E}">
        <p14:creationId xmlns:p14="http://schemas.microsoft.com/office/powerpoint/2010/main" val="29916713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1CC79A-6545-4A9D-9EB5-58BCB29F1C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7C842FD-B080-4688-BE45-EE528CA439F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0E2A8B-3D72-4A5C-B022-8CAED6814EE8}"/>
              </a:ext>
            </a:extLst>
          </p:cNvPr>
          <p:cNvSpPr>
            <a:spLocks noGrp="1"/>
          </p:cNvSpPr>
          <p:nvPr>
            <p:ph type="dt" sz="half" idx="10"/>
          </p:nvPr>
        </p:nvSpPr>
        <p:spPr/>
        <p:txBody>
          <a:bodyPr/>
          <a:lstStyle/>
          <a:p>
            <a:fld id="{6A6E4237-9E27-40CF-A4D8-1330F92F21DA}" type="datetimeFigureOut">
              <a:rPr lang="en-US" smtClean="0"/>
              <a:t>10/2/2026</a:t>
            </a:fld>
            <a:endParaRPr lang="en-US"/>
          </a:p>
        </p:txBody>
      </p:sp>
      <p:sp>
        <p:nvSpPr>
          <p:cNvPr id="5" name="Footer Placeholder 4">
            <a:extLst>
              <a:ext uri="{FF2B5EF4-FFF2-40B4-BE49-F238E27FC236}">
                <a16:creationId xmlns:a16="http://schemas.microsoft.com/office/drawing/2014/main" id="{6C4EDCA2-4437-4FEA-B51C-F89214A130F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E10560F-CAF4-456A-9687-7A0ACAC3344C}"/>
              </a:ext>
            </a:extLst>
          </p:cNvPr>
          <p:cNvSpPr>
            <a:spLocks noGrp="1"/>
          </p:cNvSpPr>
          <p:nvPr>
            <p:ph type="sldNum" sz="quarter" idx="12"/>
          </p:nvPr>
        </p:nvSpPr>
        <p:spPr/>
        <p:txBody>
          <a:bodyPr/>
          <a:lstStyle/>
          <a:p>
            <a:fld id="{5455E71A-13F4-410A-B2AC-50A1149AE712}" type="slidenum">
              <a:rPr lang="en-US" smtClean="0"/>
              <a:t>‹#›</a:t>
            </a:fld>
            <a:endParaRPr lang="en-US"/>
          </a:p>
        </p:txBody>
      </p:sp>
    </p:spTree>
    <p:extLst>
      <p:ext uri="{BB962C8B-B14F-4D97-AF65-F5344CB8AC3E}">
        <p14:creationId xmlns:p14="http://schemas.microsoft.com/office/powerpoint/2010/main" val="4474971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50F2D9-47CE-4AC7-B05E-9070570743A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A93266E-D478-48D7-A70F-263A454C1E3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2468AA2-9DB8-41D2-B637-59508095E01C}"/>
              </a:ext>
            </a:extLst>
          </p:cNvPr>
          <p:cNvSpPr>
            <a:spLocks noGrp="1"/>
          </p:cNvSpPr>
          <p:nvPr>
            <p:ph type="dt" sz="half" idx="10"/>
          </p:nvPr>
        </p:nvSpPr>
        <p:spPr/>
        <p:txBody>
          <a:bodyPr/>
          <a:lstStyle/>
          <a:p>
            <a:fld id="{6A6E4237-9E27-40CF-A4D8-1330F92F21DA}" type="datetimeFigureOut">
              <a:rPr lang="en-US" smtClean="0"/>
              <a:t>10/2/2026</a:t>
            </a:fld>
            <a:endParaRPr lang="en-US"/>
          </a:p>
        </p:txBody>
      </p:sp>
      <p:sp>
        <p:nvSpPr>
          <p:cNvPr id="5" name="Footer Placeholder 4">
            <a:extLst>
              <a:ext uri="{FF2B5EF4-FFF2-40B4-BE49-F238E27FC236}">
                <a16:creationId xmlns:a16="http://schemas.microsoft.com/office/drawing/2014/main" id="{FEEC3077-D6AC-453F-8597-77A31537991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3E96842-16D7-49F9-8024-06CC270DEF51}"/>
              </a:ext>
            </a:extLst>
          </p:cNvPr>
          <p:cNvSpPr>
            <a:spLocks noGrp="1"/>
          </p:cNvSpPr>
          <p:nvPr>
            <p:ph type="sldNum" sz="quarter" idx="12"/>
          </p:nvPr>
        </p:nvSpPr>
        <p:spPr/>
        <p:txBody>
          <a:bodyPr/>
          <a:lstStyle/>
          <a:p>
            <a:fld id="{5455E71A-13F4-410A-B2AC-50A1149AE712}" type="slidenum">
              <a:rPr lang="en-US" smtClean="0"/>
              <a:t>‹#›</a:t>
            </a:fld>
            <a:endParaRPr lang="en-US"/>
          </a:p>
        </p:txBody>
      </p:sp>
    </p:spTree>
    <p:extLst>
      <p:ext uri="{BB962C8B-B14F-4D97-AF65-F5344CB8AC3E}">
        <p14:creationId xmlns:p14="http://schemas.microsoft.com/office/powerpoint/2010/main" val="26859664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B1403A-98BA-4C88-9568-20E8BED6294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D320F70-8411-42F6-BBF9-B65F7C57FA3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483BAA8-FDC5-4B2D-825F-1E383AF0FA0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E11C4C1-BBC3-40C5-B9FF-5E4757A5FCC3}"/>
              </a:ext>
            </a:extLst>
          </p:cNvPr>
          <p:cNvSpPr>
            <a:spLocks noGrp="1"/>
          </p:cNvSpPr>
          <p:nvPr>
            <p:ph type="dt" sz="half" idx="10"/>
          </p:nvPr>
        </p:nvSpPr>
        <p:spPr/>
        <p:txBody>
          <a:bodyPr/>
          <a:lstStyle/>
          <a:p>
            <a:fld id="{6A6E4237-9E27-40CF-A4D8-1330F92F21DA}" type="datetimeFigureOut">
              <a:rPr lang="en-US" smtClean="0"/>
              <a:t>10/2/2026</a:t>
            </a:fld>
            <a:endParaRPr lang="en-US"/>
          </a:p>
        </p:txBody>
      </p:sp>
      <p:sp>
        <p:nvSpPr>
          <p:cNvPr id="6" name="Footer Placeholder 5">
            <a:extLst>
              <a:ext uri="{FF2B5EF4-FFF2-40B4-BE49-F238E27FC236}">
                <a16:creationId xmlns:a16="http://schemas.microsoft.com/office/drawing/2014/main" id="{AA7F6B78-98F1-4125-89B6-D9785B0C257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6E420F1-1681-42F5-A429-0AEA0D44B3FB}"/>
              </a:ext>
            </a:extLst>
          </p:cNvPr>
          <p:cNvSpPr>
            <a:spLocks noGrp="1"/>
          </p:cNvSpPr>
          <p:nvPr>
            <p:ph type="sldNum" sz="quarter" idx="12"/>
          </p:nvPr>
        </p:nvSpPr>
        <p:spPr/>
        <p:txBody>
          <a:bodyPr/>
          <a:lstStyle/>
          <a:p>
            <a:fld id="{5455E71A-13F4-410A-B2AC-50A1149AE712}" type="slidenum">
              <a:rPr lang="en-US" smtClean="0"/>
              <a:t>‹#›</a:t>
            </a:fld>
            <a:endParaRPr lang="en-US"/>
          </a:p>
        </p:txBody>
      </p:sp>
    </p:spTree>
    <p:extLst>
      <p:ext uri="{BB962C8B-B14F-4D97-AF65-F5344CB8AC3E}">
        <p14:creationId xmlns:p14="http://schemas.microsoft.com/office/powerpoint/2010/main" val="9832193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3F19D9-2041-42C3-9A37-E7EEBCCAB42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AA9A8EF-9274-4289-A647-19129296606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DF7AFEE-2044-4BC6-9B01-76B4DF8FD29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DB9CAA8-5AF9-4AA7-8A49-F8FFB3783F2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5EB78DF-DF63-4D5B-BCF3-70BDB691569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A186CD8-6E5D-4070-AD17-B91FEF81FBF3}"/>
              </a:ext>
            </a:extLst>
          </p:cNvPr>
          <p:cNvSpPr>
            <a:spLocks noGrp="1"/>
          </p:cNvSpPr>
          <p:nvPr>
            <p:ph type="dt" sz="half" idx="10"/>
          </p:nvPr>
        </p:nvSpPr>
        <p:spPr/>
        <p:txBody>
          <a:bodyPr/>
          <a:lstStyle/>
          <a:p>
            <a:fld id="{6A6E4237-9E27-40CF-A4D8-1330F92F21DA}" type="datetimeFigureOut">
              <a:rPr lang="en-US" smtClean="0"/>
              <a:t>10/2/2026</a:t>
            </a:fld>
            <a:endParaRPr lang="en-US"/>
          </a:p>
        </p:txBody>
      </p:sp>
      <p:sp>
        <p:nvSpPr>
          <p:cNvPr id="8" name="Footer Placeholder 7">
            <a:extLst>
              <a:ext uri="{FF2B5EF4-FFF2-40B4-BE49-F238E27FC236}">
                <a16:creationId xmlns:a16="http://schemas.microsoft.com/office/drawing/2014/main" id="{FCE7120B-5AC8-4796-A4FB-73C15284780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FDF439C-FB66-4013-9CB7-509CB62300D1}"/>
              </a:ext>
            </a:extLst>
          </p:cNvPr>
          <p:cNvSpPr>
            <a:spLocks noGrp="1"/>
          </p:cNvSpPr>
          <p:nvPr>
            <p:ph type="sldNum" sz="quarter" idx="12"/>
          </p:nvPr>
        </p:nvSpPr>
        <p:spPr/>
        <p:txBody>
          <a:bodyPr/>
          <a:lstStyle/>
          <a:p>
            <a:fld id="{5455E71A-13F4-410A-B2AC-50A1149AE712}" type="slidenum">
              <a:rPr lang="en-US" smtClean="0"/>
              <a:t>‹#›</a:t>
            </a:fld>
            <a:endParaRPr lang="en-US"/>
          </a:p>
        </p:txBody>
      </p:sp>
    </p:spTree>
    <p:extLst>
      <p:ext uri="{BB962C8B-B14F-4D97-AF65-F5344CB8AC3E}">
        <p14:creationId xmlns:p14="http://schemas.microsoft.com/office/powerpoint/2010/main" val="12146878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34FF7E-04CE-4192-8164-CE1808F9F75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4AB6D05-0A70-4654-8BC4-CADD18501BB6}"/>
              </a:ext>
            </a:extLst>
          </p:cNvPr>
          <p:cNvSpPr>
            <a:spLocks noGrp="1"/>
          </p:cNvSpPr>
          <p:nvPr>
            <p:ph type="dt" sz="half" idx="10"/>
          </p:nvPr>
        </p:nvSpPr>
        <p:spPr/>
        <p:txBody>
          <a:bodyPr/>
          <a:lstStyle/>
          <a:p>
            <a:fld id="{6A6E4237-9E27-40CF-A4D8-1330F92F21DA}" type="datetimeFigureOut">
              <a:rPr lang="en-US" smtClean="0"/>
              <a:t>10/2/2026</a:t>
            </a:fld>
            <a:endParaRPr lang="en-US"/>
          </a:p>
        </p:txBody>
      </p:sp>
      <p:sp>
        <p:nvSpPr>
          <p:cNvPr id="4" name="Footer Placeholder 3">
            <a:extLst>
              <a:ext uri="{FF2B5EF4-FFF2-40B4-BE49-F238E27FC236}">
                <a16:creationId xmlns:a16="http://schemas.microsoft.com/office/drawing/2014/main" id="{7E3DF84B-8E96-42F2-AE8F-93C06BE8CBF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D9B7DD3-2753-4754-8ED5-B275BF21317F}"/>
              </a:ext>
            </a:extLst>
          </p:cNvPr>
          <p:cNvSpPr>
            <a:spLocks noGrp="1"/>
          </p:cNvSpPr>
          <p:nvPr>
            <p:ph type="sldNum" sz="quarter" idx="12"/>
          </p:nvPr>
        </p:nvSpPr>
        <p:spPr/>
        <p:txBody>
          <a:bodyPr/>
          <a:lstStyle/>
          <a:p>
            <a:fld id="{5455E71A-13F4-410A-B2AC-50A1149AE712}" type="slidenum">
              <a:rPr lang="en-US" smtClean="0"/>
              <a:t>‹#›</a:t>
            </a:fld>
            <a:endParaRPr lang="en-US"/>
          </a:p>
        </p:txBody>
      </p:sp>
    </p:spTree>
    <p:extLst>
      <p:ext uri="{BB962C8B-B14F-4D97-AF65-F5344CB8AC3E}">
        <p14:creationId xmlns:p14="http://schemas.microsoft.com/office/powerpoint/2010/main" val="32563306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29E0F0E-84CB-46A7-90E9-6754482F371C}"/>
              </a:ext>
            </a:extLst>
          </p:cNvPr>
          <p:cNvSpPr>
            <a:spLocks noGrp="1"/>
          </p:cNvSpPr>
          <p:nvPr>
            <p:ph type="dt" sz="half" idx="10"/>
          </p:nvPr>
        </p:nvSpPr>
        <p:spPr/>
        <p:txBody>
          <a:bodyPr/>
          <a:lstStyle/>
          <a:p>
            <a:fld id="{6A6E4237-9E27-40CF-A4D8-1330F92F21DA}" type="datetimeFigureOut">
              <a:rPr lang="en-US" smtClean="0"/>
              <a:t>10/2/2026</a:t>
            </a:fld>
            <a:endParaRPr lang="en-US"/>
          </a:p>
        </p:txBody>
      </p:sp>
      <p:sp>
        <p:nvSpPr>
          <p:cNvPr id="3" name="Footer Placeholder 2">
            <a:extLst>
              <a:ext uri="{FF2B5EF4-FFF2-40B4-BE49-F238E27FC236}">
                <a16:creationId xmlns:a16="http://schemas.microsoft.com/office/drawing/2014/main" id="{8BA681C1-6087-45F4-B94C-1BE2A27D35B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9143131-E7C1-443A-933D-7EFB858FC542}"/>
              </a:ext>
            </a:extLst>
          </p:cNvPr>
          <p:cNvSpPr>
            <a:spLocks noGrp="1"/>
          </p:cNvSpPr>
          <p:nvPr>
            <p:ph type="sldNum" sz="quarter" idx="12"/>
          </p:nvPr>
        </p:nvSpPr>
        <p:spPr/>
        <p:txBody>
          <a:bodyPr/>
          <a:lstStyle/>
          <a:p>
            <a:fld id="{5455E71A-13F4-410A-B2AC-50A1149AE712}" type="slidenum">
              <a:rPr lang="en-US" smtClean="0"/>
              <a:t>‹#›</a:t>
            </a:fld>
            <a:endParaRPr lang="en-US"/>
          </a:p>
        </p:txBody>
      </p:sp>
    </p:spTree>
    <p:extLst>
      <p:ext uri="{BB962C8B-B14F-4D97-AF65-F5344CB8AC3E}">
        <p14:creationId xmlns:p14="http://schemas.microsoft.com/office/powerpoint/2010/main" val="10665898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9A3C93-737D-4E9C-B412-D1D1F2D7C8A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3141D68-3440-4013-9B66-469BECB559E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5B29EEF-E9F4-4A17-9C13-149DE6E2FDC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AF7947D-0685-422C-9E12-4989107AD697}"/>
              </a:ext>
            </a:extLst>
          </p:cNvPr>
          <p:cNvSpPr>
            <a:spLocks noGrp="1"/>
          </p:cNvSpPr>
          <p:nvPr>
            <p:ph type="dt" sz="half" idx="10"/>
          </p:nvPr>
        </p:nvSpPr>
        <p:spPr/>
        <p:txBody>
          <a:bodyPr/>
          <a:lstStyle/>
          <a:p>
            <a:fld id="{6A6E4237-9E27-40CF-A4D8-1330F92F21DA}" type="datetimeFigureOut">
              <a:rPr lang="en-US" smtClean="0"/>
              <a:t>10/2/2026</a:t>
            </a:fld>
            <a:endParaRPr lang="en-US"/>
          </a:p>
        </p:txBody>
      </p:sp>
      <p:sp>
        <p:nvSpPr>
          <p:cNvPr id="6" name="Footer Placeholder 5">
            <a:extLst>
              <a:ext uri="{FF2B5EF4-FFF2-40B4-BE49-F238E27FC236}">
                <a16:creationId xmlns:a16="http://schemas.microsoft.com/office/drawing/2014/main" id="{A2E376F5-7171-4175-9022-DCE9E145DA6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E6D3531-14D2-4738-A96B-DAC6EB67186B}"/>
              </a:ext>
            </a:extLst>
          </p:cNvPr>
          <p:cNvSpPr>
            <a:spLocks noGrp="1"/>
          </p:cNvSpPr>
          <p:nvPr>
            <p:ph type="sldNum" sz="quarter" idx="12"/>
          </p:nvPr>
        </p:nvSpPr>
        <p:spPr/>
        <p:txBody>
          <a:bodyPr/>
          <a:lstStyle/>
          <a:p>
            <a:fld id="{5455E71A-13F4-410A-B2AC-50A1149AE712}" type="slidenum">
              <a:rPr lang="en-US" smtClean="0"/>
              <a:t>‹#›</a:t>
            </a:fld>
            <a:endParaRPr lang="en-US"/>
          </a:p>
        </p:txBody>
      </p:sp>
    </p:spTree>
    <p:extLst>
      <p:ext uri="{BB962C8B-B14F-4D97-AF65-F5344CB8AC3E}">
        <p14:creationId xmlns:p14="http://schemas.microsoft.com/office/powerpoint/2010/main" val="19345640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A8B675-0989-4DB6-A3F1-08869B50DE4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6B47773-3232-4DAE-8B85-0B232ECCDA7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8F8F91A-F778-4960-904A-0E68DE25CBD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91197A5-E086-4AF3-A915-ECD8800577A5}"/>
              </a:ext>
            </a:extLst>
          </p:cNvPr>
          <p:cNvSpPr>
            <a:spLocks noGrp="1"/>
          </p:cNvSpPr>
          <p:nvPr>
            <p:ph type="dt" sz="half" idx="10"/>
          </p:nvPr>
        </p:nvSpPr>
        <p:spPr/>
        <p:txBody>
          <a:bodyPr/>
          <a:lstStyle/>
          <a:p>
            <a:fld id="{6A6E4237-9E27-40CF-A4D8-1330F92F21DA}" type="datetimeFigureOut">
              <a:rPr lang="en-US" smtClean="0"/>
              <a:t>10/2/2026</a:t>
            </a:fld>
            <a:endParaRPr lang="en-US"/>
          </a:p>
        </p:txBody>
      </p:sp>
      <p:sp>
        <p:nvSpPr>
          <p:cNvPr id="6" name="Footer Placeholder 5">
            <a:extLst>
              <a:ext uri="{FF2B5EF4-FFF2-40B4-BE49-F238E27FC236}">
                <a16:creationId xmlns:a16="http://schemas.microsoft.com/office/drawing/2014/main" id="{F27ABB4A-9031-42B1-BBB1-1CE7B369A40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9F20F69-6B8B-4232-B3F2-3B2722BEE5FB}"/>
              </a:ext>
            </a:extLst>
          </p:cNvPr>
          <p:cNvSpPr>
            <a:spLocks noGrp="1"/>
          </p:cNvSpPr>
          <p:nvPr>
            <p:ph type="sldNum" sz="quarter" idx="12"/>
          </p:nvPr>
        </p:nvSpPr>
        <p:spPr/>
        <p:txBody>
          <a:bodyPr/>
          <a:lstStyle/>
          <a:p>
            <a:fld id="{5455E71A-13F4-410A-B2AC-50A1149AE712}" type="slidenum">
              <a:rPr lang="en-US" smtClean="0"/>
              <a:t>‹#›</a:t>
            </a:fld>
            <a:endParaRPr lang="en-US"/>
          </a:p>
        </p:txBody>
      </p:sp>
    </p:spTree>
    <p:extLst>
      <p:ext uri="{BB962C8B-B14F-4D97-AF65-F5344CB8AC3E}">
        <p14:creationId xmlns:p14="http://schemas.microsoft.com/office/powerpoint/2010/main" val="18770010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E5EB7C-C462-422A-9480-04495880470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14C233A-0E72-4060-BAA5-0BF36764288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DFF25E-6D23-45E3-88A5-50F5FCCDBE65}"/>
              </a:ext>
            </a:extLst>
          </p:cNvPr>
          <p:cNvSpPr>
            <a:spLocks noGrp="1"/>
          </p:cNvSpPr>
          <p:nvPr>
            <p:ph type="dt" sz="half" idx="10"/>
          </p:nvPr>
        </p:nvSpPr>
        <p:spPr/>
        <p:txBody>
          <a:bodyPr/>
          <a:lstStyle/>
          <a:p>
            <a:fld id="{6A6E4237-9E27-40CF-A4D8-1330F92F21DA}" type="datetimeFigureOut">
              <a:rPr lang="en-US" smtClean="0"/>
              <a:t>10/2/2026</a:t>
            </a:fld>
            <a:endParaRPr lang="en-US"/>
          </a:p>
        </p:txBody>
      </p:sp>
      <p:sp>
        <p:nvSpPr>
          <p:cNvPr id="5" name="Footer Placeholder 4">
            <a:extLst>
              <a:ext uri="{FF2B5EF4-FFF2-40B4-BE49-F238E27FC236}">
                <a16:creationId xmlns:a16="http://schemas.microsoft.com/office/drawing/2014/main" id="{1DE7C3FD-7C03-4AA1-BE4D-2B6AA97A5C0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66EDBFE-DC65-4F00-9980-53411482CB8B}"/>
              </a:ext>
            </a:extLst>
          </p:cNvPr>
          <p:cNvSpPr>
            <a:spLocks noGrp="1"/>
          </p:cNvSpPr>
          <p:nvPr>
            <p:ph type="sldNum" sz="quarter" idx="12"/>
          </p:nvPr>
        </p:nvSpPr>
        <p:spPr/>
        <p:txBody>
          <a:bodyPr/>
          <a:lstStyle/>
          <a:p>
            <a:fld id="{5455E71A-13F4-410A-B2AC-50A1149AE712}" type="slidenum">
              <a:rPr lang="en-US" smtClean="0"/>
              <a:t>‹#›</a:t>
            </a:fld>
            <a:endParaRPr lang="en-US"/>
          </a:p>
        </p:txBody>
      </p:sp>
    </p:spTree>
    <p:extLst>
      <p:ext uri="{BB962C8B-B14F-4D97-AF65-F5344CB8AC3E}">
        <p14:creationId xmlns:p14="http://schemas.microsoft.com/office/powerpoint/2010/main" val="41000373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55E833A-B5D2-47E8-B2F8-010235D097A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3D1C533-41F3-4E55-96B2-BE26D7660F5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2A93A2B-19C6-4734-82AF-F25A5B6AD6A5}"/>
              </a:ext>
            </a:extLst>
          </p:cNvPr>
          <p:cNvSpPr>
            <a:spLocks noGrp="1"/>
          </p:cNvSpPr>
          <p:nvPr>
            <p:ph type="dt" sz="half" idx="10"/>
          </p:nvPr>
        </p:nvSpPr>
        <p:spPr/>
        <p:txBody>
          <a:bodyPr/>
          <a:lstStyle/>
          <a:p>
            <a:fld id="{6A6E4237-9E27-40CF-A4D8-1330F92F21DA}" type="datetimeFigureOut">
              <a:rPr lang="en-US" smtClean="0"/>
              <a:t>10/2/2026</a:t>
            </a:fld>
            <a:endParaRPr lang="en-US"/>
          </a:p>
        </p:txBody>
      </p:sp>
      <p:sp>
        <p:nvSpPr>
          <p:cNvPr id="5" name="Footer Placeholder 4">
            <a:extLst>
              <a:ext uri="{FF2B5EF4-FFF2-40B4-BE49-F238E27FC236}">
                <a16:creationId xmlns:a16="http://schemas.microsoft.com/office/drawing/2014/main" id="{AEF5DF26-3AA2-4775-8E80-C6465E4F2A3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B0AB5A6-A104-4E2F-A639-35ED8400FFEA}"/>
              </a:ext>
            </a:extLst>
          </p:cNvPr>
          <p:cNvSpPr>
            <a:spLocks noGrp="1"/>
          </p:cNvSpPr>
          <p:nvPr>
            <p:ph type="sldNum" sz="quarter" idx="12"/>
          </p:nvPr>
        </p:nvSpPr>
        <p:spPr/>
        <p:txBody>
          <a:bodyPr/>
          <a:lstStyle/>
          <a:p>
            <a:fld id="{5455E71A-13F4-410A-B2AC-50A1149AE712}" type="slidenum">
              <a:rPr lang="en-US" smtClean="0"/>
              <a:t>‹#›</a:t>
            </a:fld>
            <a:endParaRPr lang="en-US"/>
          </a:p>
        </p:txBody>
      </p:sp>
    </p:spTree>
    <p:extLst>
      <p:ext uri="{BB962C8B-B14F-4D97-AF65-F5344CB8AC3E}">
        <p14:creationId xmlns:p14="http://schemas.microsoft.com/office/powerpoint/2010/main" val="394229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DB903E-06C3-47EE-B3D6-E754839813E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A111D03-58B7-455C-9B4F-709B337F5D4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3AEFC24-80B5-4A26-B684-73DB1324798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A6E4237-9E27-40CF-A4D8-1330F92F21DA}" type="datetimeFigureOut">
              <a:rPr lang="en-US" smtClean="0"/>
              <a:t>10/2/2026</a:t>
            </a:fld>
            <a:endParaRPr lang="en-US"/>
          </a:p>
        </p:txBody>
      </p:sp>
      <p:sp>
        <p:nvSpPr>
          <p:cNvPr id="5" name="Footer Placeholder 4">
            <a:extLst>
              <a:ext uri="{FF2B5EF4-FFF2-40B4-BE49-F238E27FC236}">
                <a16:creationId xmlns:a16="http://schemas.microsoft.com/office/drawing/2014/main" id="{6153545E-9F97-4858-BC97-2E866AA789B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43725C8-92EE-44A8-B0E8-B5A336D0138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455E71A-13F4-410A-B2AC-50A1149AE712}" type="slidenum">
              <a:rPr lang="en-US" smtClean="0"/>
              <a:t>‹#›</a:t>
            </a:fld>
            <a:endParaRPr lang="en-US"/>
          </a:p>
        </p:txBody>
      </p:sp>
    </p:spTree>
    <p:extLst>
      <p:ext uri="{BB962C8B-B14F-4D97-AF65-F5344CB8AC3E}">
        <p14:creationId xmlns:p14="http://schemas.microsoft.com/office/powerpoint/2010/main" val="40083704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394DF-730E-4B9E-8CB5-2B641A42E0CB}"/>
              </a:ext>
            </a:extLst>
          </p:cNvPr>
          <p:cNvSpPr>
            <a:spLocks noGrp="1"/>
          </p:cNvSpPr>
          <p:nvPr>
            <p:ph type="ctrTitle"/>
          </p:nvPr>
        </p:nvSpPr>
        <p:spPr/>
        <p:txBody>
          <a:bodyPr>
            <a:normAutofit/>
          </a:bodyPr>
          <a:lstStyle/>
          <a:p>
            <a:r>
              <a:rPr lang="en-US" sz="4800">
                <a:latin typeface="Yu Gothic" panose="020B0400000000000000" pitchFamily="34" charset="-128"/>
                <a:ea typeface="Yu Gothic" panose="020B0400000000000000" pitchFamily="34" charset="-128"/>
              </a:rPr>
              <a:t>Optimizing inference on ARGs: </a:t>
            </a:r>
            <a:br>
              <a:rPr lang="en-US" sz="4800">
                <a:latin typeface="Yu Gothic" panose="020B0400000000000000" pitchFamily="34" charset="-128"/>
                <a:ea typeface="Yu Gothic" panose="020B0400000000000000" pitchFamily="34" charset="-128"/>
              </a:rPr>
            </a:br>
            <a:r>
              <a:rPr lang="en-US" sz="4800">
                <a:latin typeface="Yu Gothic" panose="020B0400000000000000" pitchFamily="34" charset="-128"/>
                <a:ea typeface="Yu Gothic" panose="020B0400000000000000" pitchFamily="34" charset="-128"/>
              </a:rPr>
              <a:t>coordinate search </a:t>
            </a:r>
            <a:r>
              <a:rPr lang="en-US" sz="4800">
                <a:latin typeface="Yu Gothic" panose="020B0400000000000000" pitchFamily="34" charset="-128"/>
                <a:ea typeface="Yu Gothic" panose="020B0400000000000000" pitchFamily="34" charset="-128"/>
                <a:sym typeface="Wingdings" panose="05000000000000000000" pitchFamily="2" charset="2"/>
              </a:rPr>
              <a:t> CMA-ES</a:t>
            </a:r>
            <a:endParaRPr lang="en-US" sz="4800">
              <a:latin typeface="Yu Gothic" panose="020B0400000000000000" pitchFamily="34" charset="-128"/>
              <a:ea typeface="Yu Gothic" panose="020B0400000000000000" pitchFamily="34" charset="-128"/>
            </a:endParaRPr>
          </a:p>
        </p:txBody>
      </p:sp>
      <p:sp>
        <p:nvSpPr>
          <p:cNvPr id="3" name="Subtitle 2">
            <a:extLst>
              <a:ext uri="{FF2B5EF4-FFF2-40B4-BE49-F238E27FC236}">
                <a16:creationId xmlns:a16="http://schemas.microsoft.com/office/drawing/2014/main" id="{D712BDE3-5450-4B18-B90B-D71DD9D5BAC2}"/>
              </a:ext>
            </a:extLst>
          </p:cNvPr>
          <p:cNvSpPr>
            <a:spLocks noGrp="1"/>
          </p:cNvSpPr>
          <p:nvPr>
            <p:ph type="subTitle" idx="1"/>
          </p:nvPr>
        </p:nvSpPr>
        <p:spPr/>
        <p:txBody>
          <a:bodyPr/>
          <a:lstStyle/>
          <a:p>
            <a:r>
              <a:rPr lang="en-US">
                <a:solidFill>
                  <a:schemeClr val="tx1">
                    <a:lumMod val="50000"/>
                    <a:lumOff val="50000"/>
                  </a:schemeClr>
                </a:solidFill>
                <a:latin typeface="Yu Gothic" panose="020B0400000000000000" pitchFamily="34" charset="-128"/>
                <a:ea typeface="Yu Gothic" panose="020B0400000000000000" pitchFamily="34" charset="-128"/>
              </a:rPr>
              <a:t>20261002</a:t>
            </a:r>
          </a:p>
          <a:p>
            <a:r>
              <a:rPr lang="en-US">
                <a:solidFill>
                  <a:schemeClr val="tx1">
                    <a:lumMod val="50000"/>
                    <a:lumOff val="50000"/>
                  </a:schemeClr>
                </a:solidFill>
                <a:latin typeface="Yu Gothic" panose="020B0400000000000000" pitchFamily="34" charset="-128"/>
                <a:ea typeface="Yu Gothic" panose="020B0400000000000000" pitchFamily="34" charset="-128"/>
              </a:rPr>
              <a:t>Jon Mah, PhD</a:t>
            </a:r>
          </a:p>
          <a:p>
            <a:r>
              <a:rPr lang="en-US">
                <a:solidFill>
                  <a:schemeClr val="tx1">
                    <a:lumMod val="50000"/>
                    <a:lumOff val="50000"/>
                  </a:schemeClr>
                </a:solidFill>
                <a:latin typeface="Yu Gothic" panose="020B0400000000000000" pitchFamily="34" charset="-128"/>
                <a:ea typeface="Yu Gothic" panose="020B0400000000000000" pitchFamily="34" charset="-128"/>
              </a:rPr>
              <a:t>Research Associate @ Chiang Lab</a:t>
            </a:r>
          </a:p>
        </p:txBody>
      </p:sp>
    </p:spTree>
    <p:extLst>
      <p:ext uri="{BB962C8B-B14F-4D97-AF65-F5344CB8AC3E}">
        <p14:creationId xmlns:p14="http://schemas.microsoft.com/office/powerpoint/2010/main" val="6345197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DC7F3-0026-4ABC-A1FB-A556D653FBF1}"/>
              </a:ext>
            </a:extLst>
          </p:cNvPr>
          <p:cNvSpPr>
            <a:spLocks noGrp="1"/>
          </p:cNvSpPr>
          <p:nvPr>
            <p:ph type="title"/>
          </p:nvPr>
        </p:nvSpPr>
        <p:spPr/>
        <p:txBody>
          <a:bodyPr/>
          <a:lstStyle/>
          <a:p>
            <a:r>
              <a:rPr lang="en-US">
                <a:latin typeface="Yu Gothic" panose="020B0400000000000000" pitchFamily="34" charset="-128"/>
                <a:ea typeface="Yu Gothic" panose="020B0400000000000000" pitchFamily="34" charset="-128"/>
              </a:rPr>
              <a:t>Summary</a:t>
            </a:r>
          </a:p>
        </p:txBody>
      </p:sp>
      <p:sp>
        <p:nvSpPr>
          <p:cNvPr id="20" name="TextBox 19">
            <a:extLst>
              <a:ext uri="{FF2B5EF4-FFF2-40B4-BE49-F238E27FC236}">
                <a16:creationId xmlns:a16="http://schemas.microsoft.com/office/drawing/2014/main" id="{3FBF0D44-286D-CF4D-9A0D-0A425CC0EC8F}"/>
              </a:ext>
            </a:extLst>
          </p:cNvPr>
          <p:cNvSpPr txBox="1"/>
          <p:nvPr/>
        </p:nvSpPr>
        <p:spPr>
          <a:xfrm>
            <a:off x="838200" y="2290741"/>
            <a:ext cx="3861955" cy="369332"/>
          </a:xfrm>
          <a:prstGeom prst="rect">
            <a:avLst/>
          </a:prstGeom>
          <a:noFill/>
          <a:ln>
            <a:solidFill>
              <a:schemeClr val="tx1"/>
            </a:solidFill>
          </a:ln>
        </p:spPr>
        <p:txBody>
          <a:bodyPr wrap="none" rtlCol="0">
            <a:spAutoFit/>
          </a:bodyPr>
          <a:lstStyle/>
          <a:p>
            <a:r>
              <a:rPr lang="en-US"/>
              <a:t>Ancestral Recombination Graphs (ARG)</a:t>
            </a:r>
          </a:p>
        </p:txBody>
      </p:sp>
      <p:cxnSp>
        <p:nvCxnSpPr>
          <p:cNvPr id="24" name="Straight Connector 23">
            <a:extLst>
              <a:ext uri="{FF2B5EF4-FFF2-40B4-BE49-F238E27FC236}">
                <a16:creationId xmlns:a16="http://schemas.microsoft.com/office/drawing/2014/main" id="{C6242478-B8E4-CD2E-B078-8E3CC1503BB0}"/>
              </a:ext>
            </a:extLst>
          </p:cNvPr>
          <p:cNvCxnSpPr>
            <a:cxnSpLocks/>
          </p:cNvCxnSpPr>
          <p:nvPr/>
        </p:nvCxnSpPr>
        <p:spPr>
          <a:xfrm>
            <a:off x="262784" y="3183875"/>
            <a:ext cx="5465987" cy="0"/>
          </a:xfrm>
          <a:prstGeom prst="line">
            <a:avLst/>
          </a:prstGeom>
          <a:ln w="76200">
            <a:prstDash val="sysDash"/>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9777280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22D455-4CB0-AE08-47FD-AFD6BECA89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E5EEFC-5C48-381F-EC8D-F9EAF2E929F4}"/>
              </a:ext>
            </a:extLst>
          </p:cNvPr>
          <p:cNvSpPr>
            <a:spLocks noGrp="1"/>
          </p:cNvSpPr>
          <p:nvPr>
            <p:ph type="title"/>
          </p:nvPr>
        </p:nvSpPr>
        <p:spPr/>
        <p:txBody>
          <a:bodyPr/>
          <a:lstStyle/>
          <a:p>
            <a:r>
              <a:rPr lang="en-US">
                <a:latin typeface="Yu Gothic" panose="020B0400000000000000" pitchFamily="34" charset="-128"/>
                <a:ea typeface="Yu Gothic" panose="020B0400000000000000" pitchFamily="34" charset="-128"/>
              </a:rPr>
              <a:t>Summary</a:t>
            </a:r>
          </a:p>
        </p:txBody>
      </p:sp>
      <p:sp>
        <p:nvSpPr>
          <p:cNvPr id="19" name="TextBox 18">
            <a:extLst>
              <a:ext uri="{FF2B5EF4-FFF2-40B4-BE49-F238E27FC236}">
                <a16:creationId xmlns:a16="http://schemas.microsoft.com/office/drawing/2014/main" id="{B499C7D1-1B7C-6A4B-4D9C-73868F9958EB}"/>
              </a:ext>
            </a:extLst>
          </p:cNvPr>
          <p:cNvSpPr txBox="1"/>
          <p:nvPr/>
        </p:nvSpPr>
        <p:spPr>
          <a:xfrm>
            <a:off x="838200" y="2290741"/>
            <a:ext cx="3839705" cy="369332"/>
          </a:xfrm>
          <a:prstGeom prst="rect">
            <a:avLst/>
          </a:prstGeom>
          <a:noFill/>
          <a:ln>
            <a:solidFill>
              <a:schemeClr val="tx1"/>
            </a:solidFill>
          </a:ln>
        </p:spPr>
        <p:txBody>
          <a:bodyPr wrap="none" rtlCol="0">
            <a:spAutoFit/>
          </a:bodyPr>
          <a:lstStyle/>
          <a:p>
            <a:r>
              <a:rPr lang="en-US"/>
              <a:t>Ancestral Recombination Graphs (ARG)</a:t>
            </a:r>
          </a:p>
        </p:txBody>
      </p:sp>
      <p:pic>
        <p:nvPicPr>
          <p:cNvPr id="11" name="Picture 10">
            <a:extLst>
              <a:ext uri="{FF2B5EF4-FFF2-40B4-BE49-F238E27FC236}">
                <a16:creationId xmlns:a16="http://schemas.microsoft.com/office/drawing/2014/main" id="{3053D5B5-B94C-F00B-3D0A-0485BCEE108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04437" y="3711460"/>
            <a:ext cx="1503919" cy="972935"/>
          </a:xfrm>
          <a:prstGeom prst="rect">
            <a:avLst/>
          </a:prstGeom>
        </p:spPr>
      </p:pic>
      <p:pic>
        <p:nvPicPr>
          <p:cNvPr id="20" name="Picture 19">
            <a:extLst>
              <a:ext uri="{FF2B5EF4-FFF2-40B4-BE49-F238E27FC236}">
                <a16:creationId xmlns:a16="http://schemas.microsoft.com/office/drawing/2014/main" id="{05982BF0-D4A6-7691-5439-AB4076E0B41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2784" y="3711460"/>
            <a:ext cx="1503919" cy="972935"/>
          </a:xfrm>
          <a:prstGeom prst="rect">
            <a:avLst/>
          </a:prstGeom>
        </p:spPr>
      </p:pic>
      <p:pic>
        <p:nvPicPr>
          <p:cNvPr id="22" name="Picture 21">
            <a:extLst>
              <a:ext uri="{FF2B5EF4-FFF2-40B4-BE49-F238E27FC236}">
                <a16:creationId xmlns:a16="http://schemas.microsoft.com/office/drawing/2014/main" id="{0C2C4AC3-7317-934D-AE27-D09DA3D2F7C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46090" y="3711460"/>
            <a:ext cx="1503919" cy="972935"/>
          </a:xfrm>
          <a:prstGeom prst="rect">
            <a:avLst/>
          </a:prstGeom>
        </p:spPr>
      </p:pic>
      <p:cxnSp>
        <p:nvCxnSpPr>
          <p:cNvPr id="24" name="Straight Connector 23">
            <a:extLst>
              <a:ext uri="{FF2B5EF4-FFF2-40B4-BE49-F238E27FC236}">
                <a16:creationId xmlns:a16="http://schemas.microsoft.com/office/drawing/2014/main" id="{FC713E6A-F3B4-6A49-0EA6-9CC2C887E365}"/>
              </a:ext>
            </a:extLst>
          </p:cNvPr>
          <p:cNvCxnSpPr>
            <a:cxnSpLocks/>
          </p:cNvCxnSpPr>
          <p:nvPr/>
        </p:nvCxnSpPr>
        <p:spPr>
          <a:xfrm>
            <a:off x="262784" y="3183875"/>
            <a:ext cx="5465987" cy="0"/>
          </a:xfrm>
          <a:prstGeom prst="line">
            <a:avLst/>
          </a:prstGeom>
          <a:ln w="76200">
            <a:prstDash val="sysDash"/>
          </a:ln>
        </p:spPr>
        <p:style>
          <a:lnRef idx="1">
            <a:schemeClr val="dk1"/>
          </a:lnRef>
          <a:fillRef idx="0">
            <a:schemeClr val="dk1"/>
          </a:fillRef>
          <a:effectRef idx="0">
            <a:schemeClr val="dk1"/>
          </a:effectRef>
          <a:fontRef idx="minor">
            <a:schemeClr val="tx1"/>
          </a:fontRef>
        </p:style>
      </p:cxnSp>
      <p:cxnSp>
        <p:nvCxnSpPr>
          <p:cNvPr id="27" name="Straight Connector 26">
            <a:extLst>
              <a:ext uri="{FF2B5EF4-FFF2-40B4-BE49-F238E27FC236}">
                <a16:creationId xmlns:a16="http://schemas.microsoft.com/office/drawing/2014/main" id="{1BB077D4-AE77-6F6B-E8F2-C64C58F51F3A}"/>
              </a:ext>
            </a:extLst>
          </p:cNvPr>
          <p:cNvCxnSpPr>
            <a:cxnSpLocks/>
            <a:endCxn id="22" idx="0"/>
          </p:cNvCxnSpPr>
          <p:nvPr/>
        </p:nvCxnSpPr>
        <p:spPr>
          <a:xfrm>
            <a:off x="4661066" y="3226737"/>
            <a:ext cx="0" cy="484723"/>
          </a:xfrm>
          <a:prstGeom prst="line">
            <a:avLst/>
          </a:prstGeom>
          <a:ln w="3175"/>
        </p:spPr>
        <p:style>
          <a:lnRef idx="1">
            <a:schemeClr val="accent2"/>
          </a:lnRef>
          <a:fillRef idx="0">
            <a:schemeClr val="accent2"/>
          </a:fillRef>
          <a:effectRef idx="0">
            <a:schemeClr val="accent2"/>
          </a:effectRef>
          <a:fontRef idx="minor">
            <a:schemeClr val="tx1"/>
          </a:fontRef>
        </p:style>
      </p:cxnSp>
      <p:cxnSp>
        <p:nvCxnSpPr>
          <p:cNvPr id="29" name="Straight Connector 28">
            <a:extLst>
              <a:ext uri="{FF2B5EF4-FFF2-40B4-BE49-F238E27FC236}">
                <a16:creationId xmlns:a16="http://schemas.microsoft.com/office/drawing/2014/main" id="{B35256AE-E08C-CEC5-B09A-98D011184A19}"/>
              </a:ext>
            </a:extLst>
          </p:cNvPr>
          <p:cNvCxnSpPr>
            <a:cxnSpLocks/>
          </p:cNvCxnSpPr>
          <p:nvPr/>
        </p:nvCxnSpPr>
        <p:spPr>
          <a:xfrm>
            <a:off x="2827503" y="3226737"/>
            <a:ext cx="0" cy="484723"/>
          </a:xfrm>
          <a:prstGeom prst="line">
            <a:avLst/>
          </a:prstGeom>
          <a:ln w="3175"/>
        </p:spPr>
        <p:style>
          <a:lnRef idx="1">
            <a:schemeClr val="accent2"/>
          </a:lnRef>
          <a:fillRef idx="0">
            <a:schemeClr val="accent2"/>
          </a:fillRef>
          <a:effectRef idx="0">
            <a:schemeClr val="accent2"/>
          </a:effectRef>
          <a:fontRef idx="minor">
            <a:schemeClr val="tx1"/>
          </a:fontRef>
        </p:style>
      </p:cxnSp>
      <p:cxnSp>
        <p:nvCxnSpPr>
          <p:cNvPr id="30" name="Straight Connector 29">
            <a:extLst>
              <a:ext uri="{FF2B5EF4-FFF2-40B4-BE49-F238E27FC236}">
                <a16:creationId xmlns:a16="http://schemas.microsoft.com/office/drawing/2014/main" id="{AFF4C53D-71F7-1542-2852-28C7C2C4B1F6}"/>
              </a:ext>
            </a:extLst>
          </p:cNvPr>
          <p:cNvCxnSpPr>
            <a:cxnSpLocks/>
          </p:cNvCxnSpPr>
          <p:nvPr/>
        </p:nvCxnSpPr>
        <p:spPr>
          <a:xfrm>
            <a:off x="979653" y="3226737"/>
            <a:ext cx="0" cy="484723"/>
          </a:xfrm>
          <a:prstGeom prst="line">
            <a:avLst/>
          </a:prstGeom>
          <a:ln w="3175"/>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7742833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346DF5-3497-F5E4-C7CD-0193CD88B5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0D0239-136B-96AB-C87A-8CC91681E64D}"/>
              </a:ext>
            </a:extLst>
          </p:cNvPr>
          <p:cNvSpPr>
            <a:spLocks noGrp="1"/>
          </p:cNvSpPr>
          <p:nvPr>
            <p:ph type="title"/>
          </p:nvPr>
        </p:nvSpPr>
        <p:spPr/>
        <p:txBody>
          <a:bodyPr/>
          <a:lstStyle/>
          <a:p>
            <a:r>
              <a:rPr lang="en-US">
                <a:latin typeface="Yu Gothic" panose="020B0400000000000000" pitchFamily="34" charset="-128"/>
                <a:ea typeface="Yu Gothic" panose="020B0400000000000000" pitchFamily="34" charset="-128"/>
              </a:rPr>
              <a:t>Summary</a:t>
            </a:r>
          </a:p>
        </p:txBody>
      </p:sp>
      <p:sp>
        <p:nvSpPr>
          <p:cNvPr id="19" name="TextBox 18">
            <a:extLst>
              <a:ext uri="{FF2B5EF4-FFF2-40B4-BE49-F238E27FC236}">
                <a16:creationId xmlns:a16="http://schemas.microsoft.com/office/drawing/2014/main" id="{E731F4A5-5CE4-7F04-63C8-589266A39629}"/>
              </a:ext>
            </a:extLst>
          </p:cNvPr>
          <p:cNvSpPr txBox="1"/>
          <p:nvPr/>
        </p:nvSpPr>
        <p:spPr>
          <a:xfrm>
            <a:off x="838200" y="2290741"/>
            <a:ext cx="3839705" cy="369332"/>
          </a:xfrm>
          <a:prstGeom prst="rect">
            <a:avLst/>
          </a:prstGeom>
          <a:noFill/>
          <a:ln>
            <a:solidFill>
              <a:schemeClr val="tx1"/>
            </a:solidFill>
          </a:ln>
        </p:spPr>
        <p:txBody>
          <a:bodyPr wrap="none" rtlCol="0">
            <a:spAutoFit/>
          </a:bodyPr>
          <a:lstStyle/>
          <a:p>
            <a:r>
              <a:rPr lang="en-US"/>
              <a:t>Ancestral Recombination Graphs (ARG)</a:t>
            </a:r>
          </a:p>
        </p:txBody>
      </p:sp>
      <p:pic>
        <p:nvPicPr>
          <p:cNvPr id="11" name="Picture 10">
            <a:extLst>
              <a:ext uri="{FF2B5EF4-FFF2-40B4-BE49-F238E27FC236}">
                <a16:creationId xmlns:a16="http://schemas.microsoft.com/office/drawing/2014/main" id="{1003D806-7EB3-2DEE-CF92-D13460ED919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04437" y="3711460"/>
            <a:ext cx="1503919" cy="972935"/>
          </a:xfrm>
          <a:prstGeom prst="rect">
            <a:avLst/>
          </a:prstGeom>
        </p:spPr>
      </p:pic>
      <p:pic>
        <p:nvPicPr>
          <p:cNvPr id="20" name="Picture 19">
            <a:extLst>
              <a:ext uri="{FF2B5EF4-FFF2-40B4-BE49-F238E27FC236}">
                <a16:creationId xmlns:a16="http://schemas.microsoft.com/office/drawing/2014/main" id="{F67653C7-6E08-2FF9-8FEB-3868D68F8C9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2784" y="3711460"/>
            <a:ext cx="1503919" cy="972935"/>
          </a:xfrm>
          <a:prstGeom prst="rect">
            <a:avLst/>
          </a:prstGeom>
        </p:spPr>
      </p:pic>
      <p:pic>
        <p:nvPicPr>
          <p:cNvPr id="22" name="Picture 21">
            <a:extLst>
              <a:ext uri="{FF2B5EF4-FFF2-40B4-BE49-F238E27FC236}">
                <a16:creationId xmlns:a16="http://schemas.microsoft.com/office/drawing/2014/main" id="{7CD7803C-3A70-6A0E-AB2B-037DA1A7D77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46090" y="3711460"/>
            <a:ext cx="1503919" cy="972935"/>
          </a:xfrm>
          <a:prstGeom prst="rect">
            <a:avLst/>
          </a:prstGeom>
        </p:spPr>
      </p:pic>
      <p:cxnSp>
        <p:nvCxnSpPr>
          <p:cNvPr id="24" name="Straight Connector 23">
            <a:extLst>
              <a:ext uri="{FF2B5EF4-FFF2-40B4-BE49-F238E27FC236}">
                <a16:creationId xmlns:a16="http://schemas.microsoft.com/office/drawing/2014/main" id="{A443A439-DD2B-DF3A-1416-A4DF2255B81C}"/>
              </a:ext>
            </a:extLst>
          </p:cNvPr>
          <p:cNvCxnSpPr>
            <a:cxnSpLocks/>
          </p:cNvCxnSpPr>
          <p:nvPr/>
        </p:nvCxnSpPr>
        <p:spPr>
          <a:xfrm>
            <a:off x="262784" y="3183875"/>
            <a:ext cx="5465987" cy="0"/>
          </a:xfrm>
          <a:prstGeom prst="line">
            <a:avLst/>
          </a:prstGeom>
          <a:ln w="76200">
            <a:prstDash val="sysDash"/>
          </a:ln>
        </p:spPr>
        <p:style>
          <a:lnRef idx="1">
            <a:schemeClr val="dk1"/>
          </a:lnRef>
          <a:fillRef idx="0">
            <a:schemeClr val="dk1"/>
          </a:fillRef>
          <a:effectRef idx="0">
            <a:schemeClr val="dk1"/>
          </a:effectRef>
          <a:fontRef idx="minor">
            <a:schemeClr val="tx1"/>
          </a:fontRef>
        </p:style>
      </p:cxnSp>
      <p:cxnSp>
        <p:nvCxnSpPr>
          <p:cNvPr id="27" name="Straight Connector 26">
            <a:extLst>
              <a:ext uri="{FF2B5EF4-FFF2-40B4-BE49-F238E27FC236}">
                <a16:creationId xmlns:a16="http://schemas.microsoft.com/office/drawing/2014/main" id="{23FA138D-F786-9689-4E3D-E18FF514E6C8}"/>
              </a:ext>
            </a:extLst>
          </p:cNvPr>
          <p:cNvCxnSpPr>
            <a:cxnSpLocks/>
            <a:endCxn id="22" idx="0"/>
          </p:cNvCxnSpPr>
          <p:nvPr/>
        </p:nvCxnSpPr>
        <p:spPr>
          <a:xfrm>
            <a:off x="4661066" y="3226737"/>
            <a:ext cx="0" cy="484723"/>
          </a:xfrm>
          <a:prstGeom prst="line">
            <a:avLst/>
          </a:prstGeom>
          <a:ln w="3175"/>
        </p:spPr>
        <p:style>
          <a:lnRef idx="1">
            <a:schemeClr val="accent2"/>
          </a:lnRef>
          <a:fillRef idx="0">
            <a:schemeClr val="accent2"/>
          </a:fillRef>
          <a:effectRef idx="0">
            <a:schemeClr val="accent2"/>
          </a:effectRef>
          <a:fontRef idx="minor">
            <a:schemeClr val="tx1"/>
          </a:fontRef>
        </p:style>
      </p:cxnSp>
      <p:cxnSp>
        <p:nvCxnSpPr>
          <p:cNvPr id="29" name="Straight Connector 28">
            <a:extLst>
              <a:ext uri="{FF2B5EF4-FFF2-40B4-BE49-F238E27FC236}">
                <a16:creationId xmlns:a16="http://schemas.microsoft.com/office/drawing/2014/main" id="{57242FFA-4805-527A-3A5B-718998636806}"/>
              </a:ext>
            </a:extLst>
          </p:cNvPr>
          <p:cNvCxnSpPr>
            <a:cxnSpLocks/>
          </p:cNvCxnSpPr>
          <p:nvPr/>
        </p:nvCxnSpPr>
        <p:spPr>
          <a:xfrm>
            <a:off x="2827503" y="3226737"/>
            <a:ext cx="0" cy="484723"/>
          </a:xfrm>
          <a:prstGeom prst="line">
            <a:avLst/>
          </a:prstGeom>
          <a:ln w="3175"/>
        </p:spPr>
        <p:style>
          <a:lnRef idx="1">
            <a:schemeClr val="accent2"/>
          </a:lnRef>
          <a:fillRef idx="0">
            <a:schemeClr val="accent2"/>
          </a:fillRef>
          <a:effectRef idx="0">
            <a:schemeClr val="accent2"/>
          </a:effectRef>
          <a:fontRef idx="minor">
            <a:schemeClr val="tx1"/>
          </a:fontRef>
        </p:style>
      </p:cxnSp>
      <p:cxnSp>
        <p:nvCxnSpPr>
          <p:cNvPr id="30" name="Straight Connector 29">
            <a:extLst>
              <a:ext uri="{FF2B5EF4-FFF2-40B4-BE49-F238E27FC236}">
                <a16:creationId xmlns:a16="http://schemas.microsoft.com/office/drawing/2014/main" id="{7584A95D-BFCE-435A-669C-43116E682C88}"/>
              </a:ext>
            </a:extLst>
          </p:cNvPr>
          <p:cNvCxnSpPr>
            <a:cxnSpLocks/>
          </p:cNvCxnSpPr>
          <p:nvPr/>
        </p:nvCxnSpPr>
        <p:spPr>
          <a:xfrm>
            <a:off x="979653" y="3226737"/>
            <a:ext cx="0" cy="484723"/>
          </a:xfrm>
          <a:prstGeom prst="line">
            <a:avLst/>
          </a:prstGeom>
          <a:ln w="3175"/>
        </p:spPr>
        <p:style>
          <a:lnRef idx="1">
            <a:schemeClr val="accent2"/>
          </a:lnRef>
          <a:fillRef idx="0">
            <a:schemeClr val="accent2"/>
          </a:fillRef>
          <a:effectRef idx="0">
            <a:schemeClr val="accent2"/>
          </a:effectRef>
          <a:fontRef idx="minor">
            <a:schemeClr val="tx1"/>
          </a:fontRef>
        </p:style>
      </p:cxnSp>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486C1D2B-4A41-C821-3981-8F1D952A61D0}"/>
                  </a:ext>
                </a:extLst>
              </p:cNvPr>
              <p:cNvSpPr txBox="1"/>
              <p:nvPr/>
            </p:nvSpPr>
            <p:spPr>
              <a:xfrm>
                <a:off x="6503176" y="2140443"/>
                <a:ext cx="4474703" cy="66992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en-US" sz="3600" b="0" i="1" smtClean="0">
                              <a:latin typeface="Cambria Math" panose="02040503050406030204" pitchFamily="18" charset="0"/>
                            </a:rPr>
                          </m:ctrlPr>
                        </m:accPr>
                        <m:e>
                          <m:r>
                            <a:rPr lang="en-US" sz="3600" b="0" i="1" smtClean="0">
                              <a:latin typeface="Cambria Math" panose="02040503050406030204" pitchFamily="18" charset="0"/>
                            </a:rPr>
                            <m:t>𝜃</m:t>
                          </m:r>
                        </m:e>
                      </m:acc>
                      <m:r>
                        <a:rPr lang="en-US" sz="3600" b="0" i="1" smtClean="0">
                          <a:latin typeface="Cambria Math" panose="02040503050406030204" pitchFamily="18" charset="0"/>
                        </a:rPr>
                        <m:t>=</m:t>
                      </m:r>
                      <m:func>
                        <m:funcPr>
                          <m:ctrlPr>
                            <a:rPr lang="en-US" sz="3600" b="0" i="1" smtClean="0">
                              <a:latin typeface="Cambria Math" panose="02040503050406030204" pitchFamily="18" charset="0"/>
                            </a:rPr>
                          </m:ctrlPr>
                        </m:funcPr>
                        <m:fName>
                          <m:r>
                            <m:rPr>
                              <m:sty m:val="p"/>
                            </m:rPr>
                            <a:rPr lang="en-US" sz="3600" b="0" i="0" smtClean="0">
                              <a:latin typeface="Cambria Math" panose="02040503050406030204" pitchFamily="18" charset="0"/>
                            </a:rPr>
                            <m:t>arg</m:t>
                          </m:r>
                        </m:fName>
                        <m:e>
                          <m:func>
                            <m:funcPr>
                              <m:ctrlPr>
                                <a:rPr lang="en-US" sz="3600" b="0" i="1" smtClean="0">
                                  <a:latin typeface="Cambria Math" panose="02040503050406030204" pitchFamily="18" charset="0"/>
                                </a:rPr>
                              </m:ctrlPr>
                            </m:funcPr>
                            <m:fName>
                              <m:r>
                                <m:rPr>
                                  <m:sty m:val="p"/>
                                </m:rPr>
                                <a:rPr lang="en-US" sz="3600" b="0" i="0" smtClean="0">
                                  <a:latin typeface="Cambria Math" panose="02040503050406030204" pitchFamily="18" charset="0"/>
                                </a:rPr>
                                <m:t>max</m:t>
                              </m:r>
                            </m:fName>
                            <m:e>
                              <m:r>
                                <a:rPr lang="en-US" sz="3600" b="0" i="1" smtClean="0">
                                  <a:latin typeface="Cambria Math" panose="02040503050406030204" pitchFamily="18" charset="0"/>
                                </a:rPr>
                                <m:t>𝐿</m:t>
                              </m:r>
                              <m:r>
                                <a:rPr lang="en-US" sz="3600" b="0" i="1" smtClean="0">
                                  <a:latin typeface="Cambria Math" panose="02040503050406030204" pitchFamily="18" charset="0"/>
                                </a:rPr>
                                <m:t> </m:t>
                              </m:r>
                              <m:d>
                                <m:dPr>
                                  <m:endChr m:val="|"/>
                                  <m:ctrlPr>
                                    <a:rPr lang="en-US" sz="3600" b="0" i="1" smtClean="0">
                                      <a:latin typeface="Cambria Math" panose="02040503050406030204" pitchFamily="18" charset="0"/>
                                    </a:rPr>
                                  </m:ctrlPr>
                                </m:dPr>
                                <m:e>
                                  <m:r>
                                    <a:rPr lang="en-US" sz="3600" b="0" i="1" smtClean="0">
                                      <a:latin typeface="Cambria Math" panose="02040503050406030204" pitchFamily="18" charset="0"/>
                                    </a:rPr>
                                    <m:t>𝜃</m:t>
                                  </m:r>
                                  <m:r>
                                    <a:rPr lang="en-US" sz="3600" b="0" i="1" smtClean="0">
                                      <a:latin typeface="Cambria Math" panose="02040503050406030204" pitchFamily="18" charset="0"/>
                                    </a:rPr>
                                    <m:t> </m:t>
                                  </m:r>
                                </m:e>
                              </m:d>
                              <m:r>
                                <a:rPr lang="en-US" sz="3600" b="0" i="1" smtClean="0">
                                  <a:latin typeface="Cambria Math" panose="02040503050406030204" pitchFamily="18" charset="0"/>
                                </a:rPr>
                                <m:t> </m:t>
                              </m:r>
                              <m:r>
                                <a:rPr lang="en-US" sz="3600" b="0" i="1" smtClean="0">
                                  <a:latin typeface="Cambria Math" panose="02040503050406030204" pitchFamily="18" charset="0"/>
                                </a:rPr>
                                <m:t>𝐺</m:t>
                              </m:r>
                              <m:r>
                                <a:rPr lang="en-US" sz="3600" b="0" i="1" smtClean="0">
                                  <a:latin typeface="Cambria Math" panose="02040503050406030204" pitchFamily="18" charset="0"/>
                                </a:rPr>
                                <m:t>)</m:t>
                              </m:r>
                            </m:e>
                          </m:func>
                        </m:e>
                      </m:func>
                    </m:oMath>
                  </m:oMathPara>
                </a14:m>
                <a:endParaRPr lang="en-US" sz="3600"/>
              </a:p>
            </p:txBody>
          </p:sp>
        </mc:Choice>
        <mc:Fallback>
          <p:sp>
            <p:nvSpPr>
              <p:cNvPr id="4" name="TextBox 3">
                <a:extLst>
                  <a:ext uri="{FF2B5EF4-FFF2-40B4-BE49-F238E27FC236}">
                    <a16:creationId xmlns:a16="http://schemas.microsoft.com/office/drawing/2014/main" id="{486C1D2B-4A41-C821-3981-8F1D952A61D0}"/>
                  </a:ext>
                </a:extLst>
              </p:cNvPr>
              <p:cNvSpPr txBox="1">
                <a:spLocks noRot="1" noChangeAspect="1" noMove="1" noResize="1" noEditPoints="1" noAdjustHandles="1" noChangeArrowheads="1" noChangeShapeType="1" noTextEdit="1"/>
              </p:cNvSpPr>
              <p:nvPr/>
            </p:nvSpPr>
            <p:spPr>
              <a:xfrm>
                <a:off x="6503176" y="2140443"/>
                <a:ext cx="4474703" cy="669927"/>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69A490A3-6475-1079-181B-06C84DB9D18C}"/>
                  </a:ext>
                </a:extLst>
              </p:cNvPr>
              <p:cNvSpPr txBox="1"/>
              <p:nvPr/>
            </p:nvSpPr>
            <p:spPr>
              <a:xfrm>
                <a:off x="7145797" y="2999209"/>
                <a:ext cx="3189463" cy="923330"/>
              </a:xfrm>
              <a:prstGeom prst="rect">
                <a:avLst/>
              </a:prstGeom>
              <a:noFill/>
              <a:ln>
                <a:noFill/>
              </a:ln>
            </p:spPr>
            <p:txBody>
              <a:bodyPr wrap="none" rtlCol="0">
                <a:spAutoFit/>
              </a:bodyPr>
              <a:lstStyle/>
              <a:p>
                <a:pPr marL="285750" indent="-285750">
                  <a:buFont typeface="Arial" panose="020B0604020202020204" pitchFamily="34" charset="0"/>
                  <a:buChar char="•"/>
                </a:pPr>
                <a:r>
                  <a:rPr lang="en-US"/>
                  <a:t>G = observed / inferred ARG</a:t>
                </a:r>
              </a:p>
              <a:p>
                <a:pPr marL="285750" indent="-285750">
                  <a:buFont typeface="Arial" panose="020B0604020202020204" pitchFamily="34" charset="0"/>
                  <a:buChar char="•"/>
                </a:pPr>
                <a14:m>
                  <m:oMath xmlns:m="http://schemas.openxmlformats.org/officeDocument/2006/math">
                    <m:r>
                      <a:rPr lang="en-US" i="1">
                        <a:latin typeface="Cambria Math" panose="02040503050406030204" pitchFamily="18" charset="0"/>
                      </a:rPr>
                      <m:t>𝜃</m:t>
                    </m:r>
                  </m:oMath>
                </a14:m>
                <a:r>
                  <a:rPr lang="en-US"/>
                  <a:t> = demographic parameters</a:t>
                </a:r>
              </a:p>
              <a:p>
                <a:pPr marL="285750" indent="-285750">
                  <a:buFont typeface="Arial" panose="020B0604020202020204" pitchFamily="34" charset="0"/>
                  <a:buChar char="•"/>
                </a:pPr>
                <a:r>
                  <a:rPr lang="en-US"/>
                  <a:t>L = likelihood</a:t>
                </a:r>
              </a:p>
            </p:txBody>
          </p:sp>
        </mc:Choice>
        <mc:Fallback>
          <p:sp>
            <p:nvSpPr>
              <p:cNvPr id="6" name="TextBox 5">
                <a:extLst>
                  <a:ext uri="{FF2B5EF4-FFF2-40B4-BE49-F238E27FC236}">
                    <a16:creationId xmlns:a16="http://schemas.microsoft.com/office/drawing/2014/main" id="{69A490A3-6475-1079-181B-06C84DB9D18C}"/>
                  </a:ext>
                </a:extLst>
              </p:cNvPr>
              <p:cNvSpPr txBox="1">
                <a:spLocks noRot="1" noChangeAspect="1" noMove="1" noResize="1" noEditPoints="1" noAdjustHandles="1" noChangeArrowheads="1" noChangeShapeType="1" noTextEdit="1"/>
              </p:cNvSpPr>
              <p:nvPr/>
            </p:nvSpPr>
            <p:spPr>
              <a:xfrm>
                <a:off x="7145797" y="2999209"/>
                <a:ext cx="3189463" cy="923330"/>
              </a:xfrm>
              <a:prstGeom prst="rect">
                <a:avLst/>
              </a:prstGeom>
              <a:blipFill>
                <a:blip r:embed="rId5"/>
                <a:stretch>
                  <a:fillRect l="-1147" t="-3974" r="-1147" b="-9934"/>
                </a:stretch>
              </a:blipFill>
              <a:ln>
                <a:no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E5AF2B5B-FF3D-8B8D-A977-2F4C9757969B}"/>
                  </a:ext>
                </a:extLst>
              </p:cNvPr>
              <p:cNvSpPr txBox="1"/>
              <p:nvPr/>
            </p:nvSpPr>
            <p:spPr>
              <a:xfrm>
                <a:off x="6464760" y="4134626"/>
                <a:ext cx="5464456" cy="491288"/>
              </a:xfrm>
              <a:prstGeom prst="rect">
                <a:avLst/>
              </a:prstGeom>
              <a:noFill/>
            </p:spPr>
            <p:txBody>
              <a:bodyPr wrap="square">
                <a:spAutoFit/>
              </a:bodyPr>
              <a:lstStyle/>
              <a:p>
                <a:r>
                  <a:rPr lang="en-US" sz="2400" b="0"/>
                  <a:t>EX: </a:t>
                </a:r>
                <a14:m>
                  <m:oMath xmlns:m="http://schemas.openxmlformats.org/officeDocument/2006/math">
                    <m:r>
                      <a:rPr lang="en-US" sz="2400" b="0" i="1" smtClean="0">
                        <a:latin typeface="Cambria Math" panose="02040503050406030204" pitchFamily="18" charset="0"/>
                      </a:rPr>
                      <m:t>𝜃</m:t>
                    </m:r>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𝑡</m:t>
                        </m:r>
                      </m:e>
                      <m:sub>
                        <m:r>
                          <a:rPr lang="en-US" sz="2400" b="0" i="1" smtClean="0">
                            <a:latin typeface="Cambria Math" panose="02040503050406030204" pitchFamily="18" charset="0"/>
                          </a:rPr>
                          <m:t>1</m:t>
                        </m:r>
                      </m:sub>
                    </m:sSub>
                    <m:r>
                      <a:rPr lang="en-US" sz="2400" b="0" i="1" smtClean="0">
                        <a:latin typeface="Cambria Math" panose="02040503050406030204" pitchFamily="18" charset="0"/>
                      </a:rPr>
                      <m:t>, </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𝑡</m:t>
                        </m:r>
                      </m:e>
                      <m:sub>
                        <m:r>
                          <a:rPr lang="en-US" sz="2400" b="0" i="1" smtClean="0">
                            <a:latin typeface="Cambria Math" panose="02040503050406030204" pitchFamily="18" charset="0"/>
                          </a:rPr>
                          <m:t>2</m:t>
                        </m:r>
                      </m:sub>
                    </m:sSub>
                    <m:r>
                      <a:rPr lang="en-US" sz="2400" b="0" i="1" smtClean="0">
                        <a:latin typeface="Cambria Math" panose="02040503050406030204" pitchFamily="18" charset="0"/>
                      </a:rPr>
                      <m:t>, </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𝑡</m:t>
                        </m:r>
                      </m:e>
                      <m:sub>
                        <m:r>
                          <a:rPr lang="en-US" sz="2400" b="0" i="1" smtClean="0">
                            <a:latin typeface="Cambria Math" panose="02040503050406030204" pitchFamily="18" charset="0"/>
                          </a:rPr>
                          <m:t>3</m:t>
                        </m:r>
                      </m:sub>
                    </m:sSub>
                    <m:r>
                      <a:rPr lang="en-US" sz="2400" b="0" i="1" smtClean="0">
                        <a:latin typeface="Cambria Math" panose="02040503050406030204" pitchFamily="18" charset="0"/>
                      </a:rPr>
                      <m:t>, </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𝑁</m:t>
                        </m:r>
                      </m:e>
                      <m:sub>
                        <m:r>
                          <a:rPr lang="en-US" sz="2400" b="0" i="1" smtClean="0">
                            <a:latin typeface="Cambria Math" panose="02040503050406030204" pitchFamily="18" charset="0"/>
                          </a:rPr>
                          <m:t>𝑎𝑛𝑐</m:t>
                        </m:r>
                      </m:sub>
                    </m:sSub>
                    <m:r>
                      <a:rPr lang="en-US" sz="2400" b="0" i="1" smtClean="0">
                        <a:latin typeface="Cambria Math" panose="02040503050406030204" pitchFamily="18" charset="0"/>
                      </a:rPr>
                      <m:t>, </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𝑁</m:t>
                        </m:r>
                      </m:e>
                      <m:sub>
                        <m:r>
                          <a:rPr lang="en-US" sz="2400" b="0" i="1" smtClean="0">
                            <a:latin typeface="Cambria Math" panose="02040503050406030204" pitchFamily="18" charset="0"/>
                          </a:rPr>
                          <m:t>𝑎𝑓𝑟</m:t>
                        </m:r>
                      </m:sub>
                    </m:sSub>
                    <m:r>
                      <a:rPr lang="en-US" sz="2400" b="0" i="1" smtClean="0">
                        <a:latin typeface="Cambria Math" panose="02040503050406030204" pitchFamily="18" charset="0"/>
                      </a:rPr>
                      <m:t>, </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𝑁</m:t>
                        </m:r>
                      </m:e>
                      <m:sub>
                        <m:r>
                          <a:rPr lang="en-US" sz="2400" b="0" i="1" smtClean="0">
                            <a:latin typeface="Cambria Math" panose="02040503050406030204" pitchFamily="18" charset="0"/>
                          </a:rPr>
                          <m:t>𝑒𝑢𝑟</m:t>
                        </m:r>
                      </m:sub>
                    </m:sSub>
                    <m:r>
                      <a:rPr lang="en-US" sz="2400" b="0" i="1" smtClean="0">
                        <a:latin typeface="Cambria Math" panose="02040503050406030204" pitchFamily="18" charset="0"/>
                      </a:rPr>
                      <m:t>…)</m:t>
                    </m:r>
                  </m:oMath>
                </a14:m>
                <a:endParaRPr lang="en-US" sz="2400"/>
              </a:p>
            </p:txBody>
          </p:sp>
        </mc:Choice>
        <mc:Fallback>
          <p:sp>
            <p:nvSpPr>
              <p:cNvPr id="8" name="TextBox 7">
                <a:extLst>
                  <a:ext uri="{FF2B5EF4-FFF2-40B4-BE49-F238E27FC236}">
                    <a16:creationId xmlns:a16="http://schemas.microsoft.com/office/drawing/2014/main" id="{E5AF2B5B-FF3D-8B8D-A977-2F4C9757969B}"/>
                  </a:ext>
                </a:extLst>
              </p:cNvPr>
              <p:cNvSpPr txBox="1">
                <a:spLocks noRot="1" noChangeAspect="1" noMove="1" noResize="1" noEditPoints="1" noAdjustHandles="1" noChangeArrowheads="1" noChangeShapeType="1" noTextEdit="1"/>
              </p:cNvSpPr>
              <p:nvPr/>
            </p:nvSpPr>
            <p:spPr>
              <a:xfrm>
                <a:off x="6464760" y="4134626"/>
                <a:ext cx="5464456" cy="491288"/>
              </a:xfrm>
              <a:prstGeom prst="rect">
                <a:avLst/>
              </a:prstGeom>
              <a:blipFill>
                <a:blip r:embed="rId6"/>
                <a:stretch>
                  <a:fillRect l="-1672" t="-8642" b="-22222"/>
                </a:stretch>
              </a:blipFill>
            </p:spPr>
            <p:txBody>
              <a:bodyPr/>
              <a:lstStyle/>
              <a:p>
                <a:r>
                  <a:rPr lang="en-US">
                    <a:noFill/>
                  </a:rPr>
                  <a:t> </a:t>
                </a:r>
              </a:p>
            </p:txBody>
          </p:sp>
        </mc:Fallback>
      </mc:AlternateContent>
    </p:spTree>
    <p:extLst>
      <p:ext uri="{BB962C8B-B14F-4D97-AF65-F5344CB8AC3E}">
        <p14:creationId xmlns:p14="http://schemas.microsoft.com/office/powerpoint/2010/main" val="7231707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D9F8F9-8456-B4B0-C21F-89A2CA4F3B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D7329F-F571-3771-FF8F-5F87034421E5}"/>
              </a:ext>
            </a:extLst>
          </p:cNvPr>
          <p:cNvSpPr>
            <a:spLocks noGrp="1"/>
          </p:cNvSpPr>
          <p:nvPr>
            <p:ph type="title"/>
          </p:nvPr>
        </p:nvSpPr>
        <p:spPr/>
        <p:txBody>
          <a:bodyPr/>
          <a:lstStyle/>
          <a:p>
            <a:r>
              <a:rPr lang="en-US" err="1">
                <a:latin typeface="Yu Gothic" panose="020B0400000000000000" pitchFamily="34" charset="-128"/>
                <a:ea typeface="Yu Gothic" panose="020B0400000000000000" pitchFamily="34" charset="-128"/>
              </a:rPr>
              <a:t>gLIke</a:t>
            </a:r>
            <a:r>
              <a:rPr lang="en-US">
                <a:latin typeface="Yu Gothic" panose="020B0400000000000000" pitchFamily="34" charset="-128"/>
                <a:ea typeface="Yu Gothic" panose="020B0400000000000000" pitchFamily="34" charset="-128"/>
              </a:rPr>
              <a:t> Coordinate Search</a:t>
            </a:r>
          </a:p>
        </p:txBody>
      </p:sp>
      <p:sp>
        <p:nvSpPr>
          <p:cNvPr id="12" name="TextBox 11">
            <a:extLst>
              <a:ext uri="{FF2B5EF4-FFF2-40B4-BE49-F238E27FC236}">
                <a16:creationId xmlns:a16="http://schemas.microsoft.com/office/drawing/2014/main" id="{26E23502-6052-CEAC-BBE3-946BEBBD5140}"/>
              </a:ext>
            </a:extLst>
          </p:cNvPr>
          <p:cNvSpPr txBox="1"/>
          <p:nvPr/>
        </p:nvSpPr>
        <p:spPr>
          <a:xfrm>
            <a:off x="838200" y="4942799"/>
            <a:ext cx="10782300" cy="830997"/>
          </a:xfrm>
          <a:prstGeom prst="rect">
            <a:avLst/>
          </a:prstGeom>
          <a:noFill/>
        </p:spPr>
        <p:txBody>
          <a:bodyPr wrap="square">
            <a:spAutoFit/>
          </a:bodyPr>
          <a:lstStyle/>
          <a:p>
            <a:r>
              <a:rPr lang="en-US" sz="2400"/>
              <a:t>The original </a:t>
            </a:r>
            <a:r>
              <a:rPr lang="en-US" sz="2400" err="1"/>
              <a:t>gLike</a:t>
            </a:r>
            <a:r>
              <a:rPr lang="en-US" sz="2400"/>
              <a:t> Coordinate Search approach relies a set of three candidate parameterizations, jittering </a:t>
            </a:r>
            <a:r>
              <a:rPr lang="en-US" sz="2400" b="1"/>
              <a:t>each</a:t>
            </a:r>
            <a:r>
              <a:rPr lang="en-US" sz="2400"/>
              <a:t> parameter iteratively with an adaptive step size</a:t>
            </a:r>
          </a:p>
        </p:txBody>
      </p:sp>
      <p:cxnSp>
        <p:nvCxnSpPr>
          <p:cNvPr id="14" name="Straight Connector 13">
            <a:extLst>
              <a:ext uri="{FF2B5EF4-FFF2-40B4-BE49-F238E27FC236}">
                <a16:creationId xmlns:a16="http://schemas.microsoft.com/office/drawing/2014/main" id="{1A63D7FA-56D8-2D2C-8795-B010E523DDCC}"/>
              </a:ext>
            </a:extLst>
          </p:cNvPr>
          <p:cNvCxnSpPr/>
          <p:nvPr/>
        </p:nvCxnSpPr>
        <p:spPr>
          <a:xfrm>
            <a:off x="1422400" y="1690688"/>
            <a:ext cx="0" cy="2743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ACB52271-A09A-5204-732F-9FD42684B0D2}"/>
              </a:ext>
            </a:extLst>
          </p:cNvPr>
          <p:cNvCxnSpPr/>
          <p:nvPr/>
        </p:nvCxnSpPr>
        <p:spPr>
          <a:xfrm>
            <a:off x="838200" y="3910593"/>
            <a:ext cx="2743200" cy="0"/>
          </a:xfrm>
          <a:prstGeom prst="line">
            <a:avLst/>
          </a:prstGeom>
        </p:spPr>
        <p:style>
          <a:lnRef idx="1">
            <a:schemeClr val="accent1"/>
          </a:lnRef>
          <a:fillRef idx="0">
            <a:schemeClr val="accent1"/>
          </a:fillRef>
          <a:effectRef idx="0">
            <a:schemeClr val="accent1"/>
          </a:effectRef>
          <a:fontRef idx="minor">
            <a:schemeClr val="tx1"/>
          </a:fontRef>
        </p:style>
      </p:cxnSp>
      <p:sp>
        <p:nvSpPr>
          <p:cNvPr id="17" name="Oval 16">
            <a:extLst>
              <a:ext uri="{FF2B5EF4-FFF2-40B4-BE49-F238E27FC236}">
                <a16:creationId xmlns:a16="http://schemas.microsoft.com/office/drawing/2014/main" id="{88F9B480-A6F9-01D2-6413-7DE16706F9BE}"/>
              </a:ext>
            </a:extLst>
          </p:cNvPr>
          <p:cNvSpPr/>
          <p:nvPr/>
        </p:nvSpPr>
        <p:spPr>
          <a:xfrm>
            <a:off x="2407918" y="2652876"/>
            <a:ext cx="45719" cy="45719"/>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37B7AD20-BB51-7C0B-E659-E8ADB459BFF1}"/>
              </a:ext>
            </a:extLst>
          </p:cNvPr>
          <p:cNvSpPr/>
          <p:nvPr/>
        </p:nvSpPr>
        <p:spPr>
          <a:xfrm>
            <a:off x="2399611" y="2034913"/>
            <a:ext cx="45719" cy="45719"/>
          </a:xfrm>
          <a:prstGeom prst="ellipse">
            <a:avLst/>
          </a:prstGeom>
          <a:solidFill>
            <a:srgbClr val="FF0000"/>
          </a:solidFill>
          <a:ln>
            <a:solidFill>
              <a:srgbClr val="FF0000"/>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7BB71773-5442-CB67-224E-A1E8A60317FB}"/>
              </a:ext>
            </a:extLst>
          </p:cNvPr>
          <p:cNvSpPr/>
          <p:nvPr/>
        </p:nvSpPr>
        <p:spPr>
          <a:xfrm>
            <a:off x="2416490" y="3247862"/>
            <a:ext cx="45719" cy="45719"/>
          </a:xfrm>
          <a:prstGeom prst="ellipse">
            <a:avLst/>
          </a:prstGeom>
          <a:solidFill>
            <a:srgbClr val="0070C0"/>
          </a:solidFill>
          <a:ln>
            <a:solidFill>
              <a:srgbClr val="0070C0"/>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26" name="Straight Connector 25">
            <a:extLst>
              <a:ext uri="{FF2B5EF4-FFF2-40B4-BE49-F238E27FC236}">
                <a16:creationId xmlns:a16="http://schemas.microsoft.com/office/drawing/2014/main" id="{0B2F2A00-71E9-341D-45AC-B84646827785}"/>
              </a:ext>
            </a:extLst>
          </p:cNvPr>
          <p:cNvCxnSpPr/>
          <p:nvPr/>
        </p:nvCxnSpPr>
        <p:spPr>
          <a:xfrm>
            <a:off x="8151869" y="1644969"/>
            <a:ext cx="0" cy="2743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15B170EB-DF8B-1476-00D6-F6A7A7268F0E}"/>
              </a:ext>
            </a:extLst>
          </p:cNvPr>
          <p:cNvCxnSpPr/>
          <p:nvPr/>
        </p:nvCxnSpPr>
        <p:spPr>
          <a:xfrm>
            <a:off x="7567669" y="3864874"/>
            <a:ext cx="2743200" cy="0"/>
          </a:xfrm>
          <a:prstGeom prst="line">
            <a:avLst/>
          </a:prstGeom>
        </p:spPr>
        <p:style>
          <a:lnRef idx="1">
            <a:schemeClr val="accent1"/>
          </a:lnRef>
          <a:fillRef idx="0">
            <a:schemeClr val="accent1"/>
          </a:fillRef>
          <a:effectRef idx="0">
            <a:schemeClr val="accent1"/>
          </a:effectRef>
          <a:fontRef idx="minor">
            <a:schemeClr val="tx1"/>
          </a:fontRef>
        </p:style>
      </p:cxnSp>
      <p:sp>
        <p:nvSpPr>
          <p:cNvPr id="31" name="Oval 30">
            <a:extLst>
              <a:ext uri="{FF2B5EF4-FFF2-40B4-BE49-F238E27FC236}">
                <a16:creationId xmlns:a16="http://schemas.microsoft.com/office/drawing/2014/main" id="{B987E625-2B44-BD00-8271-5DAD52E4E201}"/>
              </a:ext>
            </a:extLst>
          </p:cNvPr>
          <p:cNvSpPr/>
          <p:nvPr/>
        </p:nvSpPr>
        <p:spPr>
          <a:xfrm>
            <a:off x="9160249" y="2613661"/>
            <a:ext cx="45719" cy="45719"/>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410F6845-439D-71B2-D51A-F84BAA1DE86C}"/>
              </a:ext>
            </a:extLst>
          </p:cNvPr>
          <p:cNvSpPr/>
          <p:nvPr/>
        </p:nvSpPr>
        <p:spPr>
          <a:xfrm>
            <a:off x="8590325" y="2613661"/>
            <a:ext cx="45719" cy="45719"/>
          </a:xfrm>
          <a:prstGeom prst="ellipse">
            <a:avLst/>
          </a:prstGeom>
          <a:solidFill>
            <a:srgbClr val="0070C0"/>
          </a:solidFill>
          <a:ln>
            <a:solidFill>
              <a:srgbClr val="0070C0"/>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D6617DD5-3E37-392D-C8C1-417A3EB2A091}"/>
              </a:ext>
            </a:extLst>
          </p:cNvPr>
          <p:cNvSpPr/>
          <p:nvPr/>
        </p:nvSpPr>
        <p:spPr>
          <a:xfrm>
            <a:off x="9718887" y="2613661"/>
            <a:ext cx="45719" cy="45719"/>
          </a:xfrm>
          <a:prstGeom prst="ellipse">
            <a:avLst/>
          </a:prstGeom>
          <a:solidFill>
            <a:srgbClr val="FF0000"/>
          </a:solidFill>
          <a:ln>
            <a:solidFill>
              <a:srgbClr val="FF0000"/>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40" name="Right Brace 39">
            <a:extLst>
              <a:ext uri="{FF2B5EF4-FFF2-40B4-BE49-F238E27FC236}">
                <a16:creationId xmlns:a16="http://schemas.microsoft.com/office/drawing/2014/main" id="{1322217F-5CCF-A65E-6B5F-77531F5C9EE5}"/>
              </a:ext>
            </a:extLst>
          </p:cNvPr>
          <p:cNvSpPr/>
          <p:nvPr/>
        </p:nvSpPr>
        <p:spPr>
          <a:xfrm>
            <a:off x="2545080" y="2034913"/>
            <a:ext cx="205729" cy="624464"/>
          </a:xfrm>
          <a:prstGeom prst="rightBrace">
            <a:avLst/>
          </a:prstGeom>
          <a:solidFill>
            <a:schemeClr val="bg1"/>
          </a:solid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2" name="Right Brace 41">
            <a:extLst>
              <a:ext uri="{FF2B5EF4-FFF2-40B4-BE49-F238E27FC236}">
                <a16:creationId xmlns:a16="http://schemas.microsoft.com/office/drawing/2014/main" id="{AD2978C8-D261-1BCF-A302-636BB635ABED}"/>
              </a:ext>
            </a:extLst>
          </p:cNvPr>
          <p:cNvSpPr/>
          <p:nvPr/>
        </p:nvSpPr>
        <p:spPr>
          <a:xfrm>
            <a:off x="2545080" y="2698595"/>
            <a:ext cx="205729" cy="624464"/>
          </a:xfrm>
          <a:prstGeom prst="rightBrace">
            <a:avLst/>
          </a:prstGeom>
          <a:solidFill>
            <a:schemeClr val="bg1"/>
          </a:solid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4" name="Right Brace 43">
            <a:extLst>
              <a:ext uri="{FF2B5EF4-FFF2-40B4-BE49-F238E27FC236}">
                <a16:creationId xmlns:a16="http://schemas.microsoft.com/office/drawing/2014/main" id="{91813F07-8A98-0447-5377-A8661A194F32}"/>
              </a:ext>
            </a:extLst>
          </p:cNvPr>
          <p:cNvSpPr/>
          <p:nvPr/>
        </p:nvSpPr>
        <p:spPr>
          <a:xfrm rot="16200000">
            <a:off x="8781833" y="2111526"/>
            <a:ext cx="182880" cy="548640"/>
          </a:xfrm>
          <a:prstGeom prst="rightBrace">
            <a:avLst/>
          </a:prstGeom>
          <a:solidFill>
            <a:schemeClr val="bg1"/>
          </a:solid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6" name="Right Brace 45">
            <a:extLst>
              <a:ext uri="{FF2B5EF4-FFF2-40B4-BE49-F238E27FC236}">
                <a16:creationId xmlns:a16="http://schemas.microsoft.com/office/drawing/2014/main" id="{DC68F726-5DE6-17AE-50E7-058ADB3E5EC5}"/>
              </a:ext>
            </a:extLst>
          </p:cNvPr>
          <p:cNvSpPr/>
          <p:nvPr/>
        </p:nvSpPr>
        <p:spPr>
          <a:xfrm rot="16200000">
            <a:off x="9365988" y="2103513"/>
            <a:ext cx="182880" cy="548640"/>
          </a:xfrm>
          <a:prstGeom prst="rightBrace">
            <a:avLst/>
          </a:prstGeom>
          <a:solidFill>
            <a:schemeClr val="bg1"/>
          </a:solid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8" name="TextBox 47">
            <a:extLst>
              <a:ext uri="{FF2B5EF4-FFF2-40B4-BE49-F238E27FC236}">
                <a16:creationId xmlns:a16="http://schemas.microsoft.com/office/drawing/2014/main" id="{EC843F43-48D3-1946-C689-429B49924162}"/>
              </a:ext>
            </a:extLst>
          </p:cNvPr>
          <p:cNvSpPr txBox="1"/>
          <p:nvPr/>
        </p:nvSpPr>
        <p:spPr>
          <a:xfrm>
            <a:off x="1422400" y="3893599"/>
            <a:ext cx="1368538" cy="461665"/>
          </a:xfrm>
          <a:prstGeom prst="rect">
            <a:avLst/>
          </a:prstGeom>
          <a:noFill/>
        </p:spPr>
        <p:txBody>
          <a:bodyPr wrap="square">
            <a:spAutoFit/>
          </a:bodyPr>
          <a:lstStyle/>
          <a:p>
            <a:r>
              <a:rPr lang="en-US" sz="2400"/>
              <a:t>Param 2</a:t>
            </a:r>
          </a:p>
        </p:txBody>
      </p:sp>
      <p:sp>
        <p:nvSpPr>
          <p:cNvPr id="50" name="TextBox 49">
            <a:extLst>
              <a:ext uri="{FF2B5EF4-FFF2-40B4-BE49-F238E27FC236}">
                <a16:creationId xmlns:a16="http://schemas.microsoft.com/office/drawing/2014/main" id="{B53039D6-C882-8243-7A03-8E1C9EE49755}"/>
              </a:ext>
            </a:extLst>
          </p:cNvPr>
          <p:cNvSpPr txBox="1"/>
          <p:nvPr/>
        </p:nvSpPr>
        <p:spPr>
          <a:xfrm rot="16200000">
            <a:off x="524627" y="2980762"/>
            <a:ext cx="1368538" cy="461665"/>
          </a:xfrm>
          <a:prstGeom prst="rect">
            <a:avLst/>
          </a:prstGeom>
          <a:noFill/>
        </p:spPr>
        <p:txBody>
          <a:bodyPr wrap="square">
            <a:spAutoFit/>
          </a:bodyPr>
          <a:lstStyle/>
          <a:p>
            <a:r>
              <a:rPr lang="en-US" sz="2400"/>
              <a:t>Param 1</a:t>
            </a:r>
          </a:p>
        </p:txBody>
      </p:sp>
      <p:sp>
        <p:nvSpPr>
          <p:cNvPr id="52" name="TextBox 51">
            <a:extLst>
              <a:ext uri="{FF2B5EF4-FFF2-40B4-BE49-F238E27FC236}">
                <a16:creationId xmlns:a16="http://schemas.microsoft.com/office/drawing/2014/main" id="{D508174E-E994-E69F-626D-C315BD03D678}"/>
              </a:ext>
            </a:extLst>
          </p:cNvPr>
          <p:cNvSpPr txBox="1"/>
          <p:nvPr/>
        </p:nvSpPr>
        <p:spPr>
          <a:xfrm>
            <a:off x="8151869" y="3893598"/>
            <a:ext cx="1368538" cy="461665"/>
          </a:xfrm>
          <a:prstGeom prst="rect">
            <a:avLst/>
          </a:prstGeom>
          <a:noFill/>
        </p:spPr>
        <p:txBody>
          <a:bodyPr wrap="square">
            <a:spAutoFit/>
          </a:bodyPr>
          <a:lstStyle/>
          <a:p>
            <a:r>
              <a:rPr lang="en-US" sz="2400"/>
              <a:t>Param 2</a:t>
            </a:r>
          </a:p>
        </p:txBody>
      </p:sp>
      <p:sp>
        <p:nvSpPr>
          <p:cNvPr id="54" name="TextBox 53">
            <a:extLst>
              <a:ext uri="{FF2B5EF4-FFF2-40B4-BE49-F238E27FC236}">
                <a16:creationId xmlns:a16="http://schemas.microsoft.com/office/drawing/2014/main" id="{374A1A40-331F-BBB1-8609-EE4392AE48AF}"/>
              </a:ext>
            </a:extLst>
          </p:cNvPr>
          <p:cNvSpPr txBox="1"/>
          <p:nvPr/>
        </p:nvSpPr>
        <p:spPr>
          <a:xfrm rot="16200000">
            <a:off x="7254096" y="2980761"/>
            <a:ext cx="1368538" cy="461665"/>
          </a:xfrm>
          <a:prstGeom prst="rect">
            <a:avLst/>
          </a:prstGeom>
          <a:noFill/>
        </p:spPr>
        <p:txBody>
          <a:bodyPr wrap="square">
            <a:spAutoFit/>
          </a:bodyPr>
          <a:lstStyle/>
          <a:p>
            <a:r>
              <a:rPr lang="en-US" sz="2400"/>
              <a:t>Param 1</a:t>
            </a:r>
          </a:p>
        </p:txBody>
      </p:sp>
    </p:spTree>
    <p:extLst>
      <p:ext uri="{BB962C8B-B14F-4D97-AF65-F5344CB8AC3E}">
        <p14:creationId xmlns:p14="http://schemas.microsoft.com/office/powerpoint/2010/main" val="33368747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F82134-BD47-D26E-284D-C45B686F45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EA748F-25EF-13C7-D419-D6B393CEADD7}"/>
              </a:ext>
            </a:extLst>
          </p:cNvPr>
          <p:cNvSpPr>
            <a:spLocks noGrp="1"/>
          </p:cNvSpPr>
          <p:nvPr>
            <p:ph type="title"/>
          </p:nvPr>
        </p:nvSpPr>
        <p:spPr/>
        <p:txBody>
          <a:bodyPr/>
          <a:lstStyle/>
          <a:p>
            <a:r>
              <a:rPr lang="en-US">
                <a:latin typeface="Yu Gothic" panose="020B0400000000000000" pitchFamily="34" charset="-128"/>
                <a:ea typeface="Yu Gothic" panose="020B0400000000000000" pitchFamily="34" charset="-128"/>
              </a:rPr>
              <a:t>Problem: parameter coupling</a:t>
            </a:r>
          </a:p>
        </p:txBody>
      </p:sp>
      <p:pic>
        <p:nvPicPr>
          <p:cNvPr id="162" name="Picture 161">
            <a:extLst>
              <a:ext uri="{FF2B5EF4-FFF2-40B4-BE49-F238E27FC236}">
                <a16:creationId xmlns:a16="http://schemas.microsoft.com/office/drawing/2014/main" id="{10837D22-4ABA-A5E2-5985-35D7A0F5836F}"/>
              </a:ext>
            </a:extLst>
          </p:cNvPr>
          <p:cNvPicPr>
            <a:picLocks noChangeAspect="1"/>
          </p:cNvPicPr>
          <p:nvPr/>
        </p:nvPicPr>
        <p:blipFill>
          <a:blip r:embed="rId3"/>
          <a:stretch>
            <a:fillRect/>
          </a:stretch>
        </p:blipFill>
        <p:spPr>
          <a:xfrm>
            <a:off x="357252" y="2090499"/>
            <a:ext cx="3096057" cy="3515216"/>
          </a:xfrm>
          <a:prstGeom prst="rect">
            <a:avLst/>
          </a:prstGeom>
        </p:spPr>
      </p:pic>
      <p:sp>
        <p:nvSpPr>
          <p:cNvPr id="164" name="TextBox 163">
            <a:extLst>
              <a:ext uri="{FF2B5EF4-FFF2-40B4-BE49-F238E27FC236}">
                <a16:creationId xmlns:a16="http://schemas.microsoft.com/office/drawing/2014/main" id="{FAB5C2D0-863A-7296-B9E5-5F98DC76E3D5}"/>
              </a:ext>
            </a:extLst>
          </p:cNvPr>
          <p:cNvSpPr txBox="1"/>
          <p:nvPr/>
        </p:nvSpPr>
        <p:spPr>
          <a:xfrm>
            <a:off x="14812" y="5594775"/>
            <a:ext cx="5464456" cy="369332"/>
          </a:xfrm>
          <a:prstGeom prst="rect">
            <a:avLst/>
          </a:prstGeom>
          <a:noFill/>
        </p:spPr>
        <p:txBody>
          <a:bodyPr wrap="square">
            <a:spAutoFit/>
          </a:bodyPr>
          <a:lstStyle/>
          <a:p>
            <a:r>
              <a:rPr lang="en-US" b="0" i="1"/>
              <a:t>Mah, Lohmueller, and Garud MBE 2024</a:t>
            </a:r>
            <a:endParaRPr lang="en-US" i="1"/>
          </a:p>
        </p:txBody>
      </p:sp>
    </p:spTree>
    <p:extLst>
      <p:ext uri="{BB962C8B-B14F-4D97-AF65-F5344CB8AC3E}">
        <p14:creationId xmlns:p14="http://schemas.microsoft.com/office/powerpoint/2010/main" val="39219508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38C24-47DC-DC29-7BAC-C300867714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B5D502-88E4-4552-1DE1-DCF4F6822CAD}"/>
              </a:ext>
            </a:extLst>
          </p:cNvPr>
          <p:cNvSpPr>
            <a:spLocks noGrp="1"/>
          </p:cNvSpPr>
          <p:nvPr>
            <p:ph type="title"/>
          </p:nvPr>
        </p:nvSpPr>
        <p:spPr/>
        <p:txBody>
          <a:bodyPr/>
          <a:lstStyle/>
          <a:p>
            <a:r>
              <a:rPr lang="en-US">
                <a:latin typeface="Yu Gothic" panose="020B0400000000000000" pitchFamily="34" charset="-128"/>
                <a:ea typeface="Yu Gothic" panose="020B0400000000000000" pitchFamily="34" charset="-128"/>
              </a:rPr>
              <a:t>Problem: parameter coupling</a:t>
            </a:r>
          </a:p>
        </p:txBody>
      </p:sp>
      <p:cxnSp>
        <p:nvCxnSpPr>
          <p:cNvPr id="14" name="Straight Connector 13">
            <a:extLst>
              <a:ext uri="{FF2B5EF4-FFF2-40B4-BE49-F238E27FC236}">
                <a16:creationId xmlns:a16="http://schemas.microsoft.com/office/drawing/2014/main" id="{299F2AE4-0B0B-6EF3-E2FF-76A4F8993B33}"/>
              </a:ext>
            </a:extLst>
          </p:cNvPr>
          <p:cNvCxnSpPr/>
          <p:nvPr/>
        </p:nvCxnSpPr>
        <p:spPr>
          <a:xfrm>
            <a:off x="4266474" y="1290103"/>
            <a:ext cx="0" cy="2286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266BB56F-FC57-889F-4759-F6E9FD252C01}"/>
              </a:ext>
            </a:extLst>
          </p:cNvPr>
          <p:cNvCxnSpPr/>
          <p:nvPr/>
        </p:nvCxnSpPr>
        <p:spPr>
          <a:xfrm>
            <a:off x="3682274" y="3230608"/>
            <a:ext cx="2743200" cy="0"/>
          </a:xfrm>
          <a:prstGeom prst="line">
            <a:avLst/>
          </a:prstGeom>
        </p:spPr>
        <p:style>
          <a:lnRef idx="1">
            <a:schemeClr val="accent1"/>
          </a:lnRef>
          <a:fillRef idx="0">
            <a:schemeClr val="accent1"/>
          </a:fillRef>
          <a:effectRef idx="0">
            <a:schemeClr val="accent1"/>
          </a:effectRef>
          <a:fontRef idx="minor">
            <a:schemeClr val="tx1"/>
          </a:fontRef>
        </p:style>
      </p:cxnSp>
      <p:sp>
        <p:nvSpPr>
          <p:cNvPr id="17" name="Oval 16">
            <a:extLst>
              <a:ext uri="{FF2B5EF4-FFF2-40B4-BE49-F238E27FC236}">
                <a16:creationId xmlns:a16="http://schemas.microsoft.com/office/drawing/2014/main" id="{702F3F9B-4335-2785-5130-59888F887B7D}"/>
              </a:ext>
            </a:extLst>
          </p:cNvPr>
          <p:cNvSpPr/>
          <p:nvPr/>
        </p:nvSpPr>
        <p:spPr>
          <a:xfrm>
            <a:off x="4799423" y="2586517"/>
            <a:ext cx="91440" cy="9144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48" name="TextBox 47">
            <a:extLst>
              <a:ext uri="{FF2B5EF4-FFF2-40B4-BE49-F238E27FC236}">
                <a16:creationId xmlns:a16="http://schemas.microsoft.com/office/drawing/2014/main" id="{681A18DB-97C9-D23A-B333-6C9013EB842A}"/>
              </a:ext>
            </a:extLst>
          </p:cNvPr>
          <p:cNvSpPr txBox="1"/>
          <p:nvPr/>
        </p:nvSpPr>
        <p:spPr>
          <a:xfrm>
            <a:off x="4266474" y="3213614"/>
            <a:ext cx="1368538" cy="461665"/>
          </a:xfrm>
          <a:prstGeom prst="rect">
            <a:avLst/>
          </a:prstGeom>
          <a:noFill/>
        </p:spPr>
        <p:txBody>
          <a:bodyPr wrap="square">
            <a:spAutoFit/>
          </a:bodyPr>
          <a:lstStyle/>
          <a:p>
            <a:r>
              <a:rPr lang="en-US" sz="2400">
                <a:solidFill>
                  <a:srgbClr val="00B0F0"/>
                </a:solidFill>
              </a:rPr>
              <a:t>Param 2</a:t>
            </a:r>
          </a:p>
        </p:txBody>
      </p:sp>
      <p:sp>
        <p:nvSpPr>
          <p:cNvPr id="50" name="TextBox 49">
            <a:extLst>
              <a:ext uri="{FF2B5EF4-FFF2-40B4-BE49-F238E27FC236}">
                <a16:creationId xmlns:a16="http://schemas.microsoft.com/office/drawing/2014/main" id="{F80696DD-E0BC-2171-26CD-09C305F96F2C}"/>
              </a:ext>
            </a:extLst>
          </p:cNvPr>
          <p:cNvSpPr txBox="1"/>
          <p:nvPr/>
        </p:nvSpPr>
        <p:spPr>
          <a:xfrm rot="16200000">
            <a:off x="3368701" y="2300777"/>
            <a:ext cx="1368538" cy="461665"/>
          </a:xfrm>
          <a:prstGeom prst="rect">
            <a:avLst/>
          </a:prstGeom>
          <a:noFill/>
        </p:spPr>
        <p:txBody>
          <a:bodyPr wrap="square">
            <a:spAutoFit/>
          </a:bodyPr>
          <a:lstStyle/>
          <a:p>
            <a:r>
              <a:rPr lang="en-US" sz="2400">
                <a:solidFill>
                  <a:srgbClr val="FFC000"/>
                </a:solidFill>
              </a:rPr>
              <a:t>Param 1</a:t>
            </a:r>
          </a:p>
        </p:txBody>
      </p:sp>
      <p:sp>
        <p:nvSpPr>
          <p:cNvPr id="56" name="Oval 55">
            <a:extLst>
              <a:ext uri="{FF2B5EF4-FFF2-40B4-BE49-F238E27FC236}">
                <a16:creationId xmlns:a16="http://schemas.microsoft.com/office/drawing/2014/main" id="{A63DA7FC-2A2D-260C-EF3A-D194DFF16CD7}"/>
              </a:ext>
            </a:extLst>
          </p:cNvPr>
          <p:cNvSpPr/>
          <p:nvPr/>
        </p:nvSpPr>
        <p:spPr>
          <a:xfrm>
            <a:off x="4822284" y="2122819"/>
            <a:ext cx="45719" cy="45719"/>
          </a:xfrm>
          <a:prstGeom prst="ellipse">
            <a:avLst/>
          </a:prstGeom>
          <a:solidFill>
            <a:schemeClr val="accent3"/>
          </a:solidFill>
          <a:ln>
            <a:solidFill>
              <a:schemeClr val="accent3"/>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66" name="Right Brace 65">
            <a:extLst>
              <a:ext uri="{FF2B5EF4-FFF2-40B4-BE49-F238E27FC236}">
                <a16:creationId xmlns:a16="http://schemas.microsoft.com/office/drawing/2014/main" id="{E8C9A9AA-2AD2-6C0C-690C-36A7D0FB67EF}"/>
              </a:ext>
            </a:extLst>
          </p:cNvPr>
          <p:cNvSpPr/>
          <p:nvPr/>
        </p:nvSpPr>
        <p:spPr>
          <a:xfrm rot="10800000">
            <a:off x="4575309" y="2145678"/>
            <a:ext cx="135503" cy="495851"/>
          </a:xfrm>
          <a:prstGeom prst="rightBrace">
            <a:avLst/>
          </a:prstGeom>
          <a:noFill/>
          <a:ln>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75" name="Straight Connector 74">
            <a:extLst>
              <a:ext uri="{FF2B5EF4-FFF2-40B4-BE49-F238E27FC236}">
                <a16:creationId xmlns:a16="http://schemas.microsoft.com/office/drawing/2014/main" id="{A396049D-5216-DB71-C737-EDCA2CDC8EAA}"/>
              </a:ext>
            </a:extLst>
          </p:cNvPr>
          <p:cNvCxnSpPr/>
          <p:nvPr/>
        </p:nvCxnSpPr>
        <p:spPr>
          <a:xfrm>
            <a:off x="7318915" y="1288598"/>
            <a:ext cx="0" cy="2286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0F709FB3-36C6-4B90-DA1D-60266992F686}"/>
              </a:ext>
            </a:extLst>
          </p:cNvPr>
          <p:cNvCxnSpPr/>
          <p:nvPr/>
        </p:nvCxnSpPr>
        <p:spPr>
          <a:xfrm>
            <a:off x="6734715" y="3229103"/>
            <a:ext cx="2743200" cy="0"/>
          </a:xfrm>
          <a:prstGeom prst="line">
            <a:avLst/>
          </a:prstGeom>
        </p:spPr>
        <p:style>
          <a:lnRef idx="1">
            <a:schemeClr val="accent1"/>
          </a:lnRef>
          <a:fillRef idx="0">
            <a:schemeClr val="accent1"/>
          </a:fillRef>
          <a:effectRef idx="0">
            <a:schemeClr val="accent1"/>
          </a:effectRef>
          <a:fontRef idx="minor">
            <a:schemeClr val="tx1"/>
          </a:fontRef>
        </p:style>
      </p:cxnSp>
      <p:sp>
        <p:nvSpPr>
          <p:cNvPr id="77" name="Oval 76">
            <a:extLst>
              <a:ext uri="{FF2B5EF4-FFF2-40B4-BE49-F238E27FC236}">
                <a16:creationId xmlns:a16="http://schemas.microsoft.com/office/drawing/2014/main" id="{5A6A858D-B93B-03F2-2290-0ED16016EE3C}"/>
              </a:ext>
            </a:extLst>
          </p:cNvPr>
          <p:cNvSpPr/>
          <p:nvPr/>
        </p:nvSpPr>
        <p:spPr>
          <a:xfrm>
            <a:off x="7851864" y="2585012"/>
            <a:ext cx="91440" cy="9144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78" name="TextBox 77">
            <a:extLst>
              <a:ext uri="{FF2B5EF4-FFF2-40B4-BE49-F238E27FC236}">
                <a16:creationId xmlns:a16="http://schemas.microsoft.com/office/drawing/2014/main" id="{B53B3341-B70A-1FE3-F00E-DEBE89C5D724}"/>
              </a:ext>
            </a:extLst>
          </p:cNvPr>
          <p:cNvSpPr txBox="1"/>
          <p:nvPr/>
        </p:nvSpPr>
        <p:spPr>
          <a:xfrm>
            <a:off x="7318915" y="3212109"/>
            <a:ext cx="1368538" cy="461665"/>
          </a:xfrm>
          <a:prstGeom prst="rect">
            <a:avLst/>
          </a:prstGeom>
          <a:noFill/>
        </p:spPr>
        <p:txBody>
          <a:bodyPr wrap="square">
            <a:spAutoFit/>
          </a:bodyPr>
          <a:lstStyle/>
          <a:p>
            <a:r>
              <a:rPr lang="en-US" sz="2400">
                <a:solidFill>
                  <a:srgbClr val="00B0F0"/>
                </a:solidFill>
              </a:rPr>
              <a:t>Param 2</a:t>
            </a:r>
          </a:p>
        </p:txBody>
      </p:sp>
      <p:sp>
        <p:nvSpPr>
          <p:cNvPr id="79" name="TextBox 78">
            <a:extLst>
              <a:ext uri="{FF2B5EF4-FFF2-40B4-BE49-F238E27FC236}">
                <a16:creationId xmlns:a16="http://schemas.microsoft.com/office/drawing/2014/main" id="{34D32511-843D-3C71-75C3-CAA64A87E21A}"/>
              </a:ext>
            </a:extLst>
          </p:cNvPr>
          <p:cNvSpPr txBox="1"/>
          <p:nvPr/>
        </p:nvSpPr>
        <p:spPr>
          <a:xfrm rot="16200000">
            <a:off x="6421142" y="2299272"/>
            <a:ext cx="1368538" cy="461665"/>
          </a:xfrm>
          <a:prstGeom prst="rect">
            <a:avLst/>
          </a:prstGeom>
          <a:noFill/>
        </p:spPr>
        <p:txBody>
          <a:bodyPr wrap="square">
            <a:spAutoFit/>
          </a:bodyPr>
          <a:lstStyle/>
          <a:p>
            <a:r>
              <a:rPr lang="en-US" sz="2400">
                <a:solidFill>
                  <a:srgbClr val="FFC000"/>
                </a:solidFill>
              </a:rPr>
              <a:t>Param 1</a:t>
            </a:r>
          </a:p>
        </p:txBody>
      </p:sp>
      <p:sp>
        <p:nvSpPr>
          <p:cNvPr id="80" name="Oval 79">
            <a:extLst>
              <a:ext uri="{FF2B5EF4-FFF2-40B4-BE49-F238E27FC236}">
                <a16:creationId xmlns:a16="http://schemas.microsoft.com/office/drawing/2014/main" id="{8BB5699A-E98E-706B-33AA-D332F9082189}"/>
              </a:ext>
            </a:extLst>
          </p:cNvPr>
          <p:cNvSpPr/>
          <p:nvPr/>
        </p:nvSpPr>
        <p:spPr>
          <a:xfrm>
            <a:off x="7874725" y="2121314"/>
            <a:ext cx="45719" cy="45719"/>
          </a:xfrm>
          <a:prstGeom prst="ellipse">
            <a:avLst/>
          </a:prstGeom>
          <a:solidFill>
            <a:schemeClr val="accent3"/>
          </a:solidFill>
          <a:ln>
            <a:solidFill>
              <a:schemeClr val="accent3"/>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81" name="Oval 80">
            <a:extLst>
              <a:ext uri="{FF2B5EF4-FFF2-40B4-BE49-F238E27FC236}">
                <a16:creationId xmlns:a16="http://schemas.microsoft.com/office/drawing/2014/main" id="{684499B9-90D3-CB7E-9521-A5903B26B388}"/>
              </a:ext>
            </a:extLst>
          </p:cNvPr>
          <p:cNvSpPr/>
          <p:nvPr/>
        </p:nvSpPr>
        <p:spPr>
          <a:xfrm>
            <a:off x="8381195" y="2121314"/>
            <a:ext cx="45719" cy="45719"/>
          </a:xfrm>
          <a:prstGeom prst="ellipse">
            <a:avLst/>
          </a:prstGeom>
          <a:solidFill>
            <a:schemeClr val="accent3"/>
          </a:solidFill>
          <a:ln>
            <a:solidFill>
              <a:schemeClr val="accent3"/>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85" name="Right Brace 84">
            <a:extLst>
              <a:ext uri="{FF2B5EF4-FFF2-40B4-BE49-F238E27FC236}">
                <a16:creationId xmlns:a16="http://schemas.microsoft.com/office/drawing/2014/main" id="{7C9C204C-477A-7B5A-311A-39D1F65668B6}"/>
              </a:ext>
            </a:extLst>
          </p:cNvPr>
          <p:cNvSpPr/>
          <p:nvPr/>
        </p:nvSpPr>
        <p:spPr>
          <a:xfrm rot="10800000">
            <a:off x="7627750" y="2144173"/>
            <a:ext cx="135503" cy="495851"/>
          </a:xfrm>
          <a:prstGeom prst="rightBrace">
            <a:avLst/>
          </a:prstGeom>
          <a:noFill/>
          <a:ln>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8" name="Right Brace 87">
            <a:extLst>
              <a:ext uri="{FF2B5EF4-FFF2-40B4-BE49-F238E27FC236}">
                <a16:creationId xmlns:a16="http://schemas.microsoft.com/office/drawing/2014/main" id="{42774098-5979-E697-97BC-19A67CC58CAC}"/>
              </a:ext>
            </a:extLst>
          </p:cNvPr>
          <p:cNvSpPr/>
          <p:nvPr/>
        </p:nvSpPr>
        <p:spPr>
          <a:xfrm rot="5400000">
            <a:off x="8099087" y="2053408"/>
            <a:ext cx="135503" cy="495851"/>
          </a:xfrm>
          <a:prstGeom prst="rightBrace">
            <a:avLst/>
          </a:prstGeom>
          <a:solidFill>
            <a:schemeClr val="bg1"/>
          </a:solidFill>
          <a:ln>
            <a:solidFill>
              <a:srgbClr val="00B0F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90" name="Straight Connector 89">
            <a:extLst>
              <a:ext uri="{FF2B5EF4-FFF2-40B4-BE49-F238E27FC236}">
                <a16:creationId xmlns:a16="http://schemas.microsoft.com/office/drawing/2014/main" id="{00945C6E-4FC0-D5FC-633F-AED473F035E3}"/>
              </a:ext>
            </a:extLst>
          </p:cNvPr>
          <p:cNvCxnSpPr/>
          <p:nvPr/>
        </p:nvCxnSpPr>
        <p:spPr>
          <a:xfrm>
            <a:off x="10351886" y="1299615"/>
            <a:ext cx="0" cy="2286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55165C3E-76CD-2418-16CF-02C08B070DCC}"/>
              </a:ext>
            </a:extLst>
          </p:cNvPr>
          <p:cNvCxnSpPr>
            <a:cxnSpLocks/>
          </p:cNvCxnSpPr>
          <p:nvPr/>
        </p:nvCxnSpPr>
        <p:spPr>
          <a:xfrm>
            <a:off x="9767686" y="3240120"/>
            <a:ext cx="2335414" cy="0"/>
          </a:xfrm>
          <a:prstGeom prst="line">
            <a:avLst/>
          </a:prstGeom>
        </p:spPr>
        <p:style>
          <a:lnRef idx="1">
            <a:schemeClr val="accent1"/>
          </a:lnRef>
          <a:fillRef idx="0">
            <a:schemeClr val="accent1"/>
          </a:fillRef>
          <a:effectRef idx="0">
            <a:schemeClr val="accent1"/>
          </a:effectRef>
          <a:fontRef idx="minor">
            <a:schemeClr val="tx1"/>
          </a:fontRef>
        </p:style>
      </p:cxnSp>
      <p:sp>
        <p:nvSpPr>
          <p:cNvPr id="92" name="Oval 91">
            <a:extLst>
              <a:ext uri="{FF2B5EF4-FFF2-40B4-BE49-F238E27FC236}">
                <a16:creationId xmlns:a16="http://schemas.microsoft.com/office/drawing/2014/main" id="{6AE1782F-49B0-F940-D103-4A54234236E4}"/>
              </a:ext>
            </a:extLst>
          </p:cNvPr>
          <p:cNvSpPr/>
          <p:nvPr/>
        </p:nvSpPr>
        <p:spPr>
          <a:xfrm>
            <a:off x="10884835" y="2596029"/>
            <a:ext cx="91440" cy="9144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93" name="TextBox 92">
            <a:extLst>
              <a:ext uri="{FF2B5EF4-FFF2-40B4-BE49-F238E27FC236}">
                <a16:creationId xmlns:a16="http://schemas.microsoft.com/office/drawing/2014/main" id="{B86BC838-61D0-11A7-F18C-C6B10E0F32A6}"/>
              </a:ext>
            </a:extLst>
          </p:cNvPr>
          <p:cNvSpPr txBox="1"/>
          <p:nvPr/>
        </p:nvSpPr>
        <p:spPr>
          <a:xfrm>
            <a:off x="10351886" y="3223126"/>
            <a:ext cx="1368538" cy="461665"/>
          </a:xfrm>
          <a:prstGeom prst="rect">
            <a:avLst/>
          </a:prstGeom>
          <a:noFill/>
        </p:spPr>
        <p:txBody>
          <a:bodyPr wrap="square">
            <a:spAutoFit/>
          </a:bodyPr>
          <a:lstStyle/>
          <a:p>
            <a:r>
              <a:rPr lang="en-US" sz="2400">
                <a:solidFill>
                  <a:srgbClr val="00B0F0"/>
                </a:solidFill>
              </a:rPr>
              <a:t>Param 2</a:t>
            </a:r>
          </a:p>
        </p:txBody>
      </p:sp>
      <p:sp>
        <p:nvSpPr>
          <p:cNvPr id="94" name="TextBox 93">
            <a:extLst>
              <a:ext uri="{FF2B5EF4-FFF2-40B4-BE49-F238E27FC236}">
                <a16:creationId xmlns:a16="http://schemas.microsoft.com/office/drawing/2014/main" id="{744101EE-062A-E0BF-57E8-66DCA871C04C}"/>
              </a:ext>
            </a:extLst>
          </p:cNvPr>
          <p:cNvSpPr txBox="1"/>
          <p:nvPr/>
        </p:nvSpPr>
        <p:spPr>
          <a:xfrm rot="16200000">
            <a:off x="9454113" y="2310289"/>
            <a:ext cx="1368538" cy="461665"/>
          </a:xfrm>
          <a:prstGeom prst="rect">
            <a:avLst/>
          </a:prstGeom>
          <a:noFill/>
        </p:spPr>
        <p:txBody>
          <a:bodyPr wrap="square">
            <a:spAutoFit/>
          </a:bodyPr>
          <a:lstStyle/>
          <a:p>
            <a:r>
              <a:rPr lang="en-US" sz="2400">
                <a:solidFill>
                  <a:srgbClr val="FFC000"/>
                </a:solidFill>
              </a:rPr>
              <a:t>Param 1</a:t>
            </a:r>
          </a:p>
        </p:txBody>
      </p:sp>
      <p:sp>
        <p:nvSpPr>
          <p:cNvPr id="95" name="Oval 94">
            <a:extLst>
              <a:ext uri="{FF2B5EF4-FFF2-40B4-BE49-F238E27FC236}">
                <a16:creationId xmlns:a16="http://schemas.microsoft.com/office/drawing/2014/main" id="{9E8A7ADF-5DE2-4552-1561-FDCFC14A1586}"/>
              </a:ext>
            </a:extLst>
          </p:cNvPr>
          <p:cNvSpPr/>
          <p:nvPr/>
        </p:nvSpPr>
        <p:spPr>
          <a:xfrm>
            <a:off x="10907696" y="2132331"/>
            <a:ext cx="45719" cy="45719"/>
          </a:xfrm>
          <a:prstGeom prst="ellipse">
            <a:avLst/>
          </a:prstGeom>
          <a:solidFill>
            <a:schemeClr val="accent3"/>
          </a:solidFill>
          <a:ln>
            <a:solidFill>
              <a:schemeClr val="accent3"/>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96" name="Oval 95">
            <a:extLst>
              <a:ext uri="{FF2B5EF4-FFF2-40B4-BE49-F238E27FC236}">
                <a16:creationId xmlns:a16="http://schemas.microsoft.com/office/drawing/2014/main" id="{3AF879E1-047F-B824-6B10-36ADECF4483E}"/>
              </a:ext>
            </a:extLst>
          </p:cNvPr>
          <p:cNvSpPr/>
          <p:nvPr/>
        </p:nvSpPr>
        <p:spPr>
          <a:xfrm>
            <a:off x="11414166" y="2132331"/>
            <a:ext cx="45719" cy="45719"/>
          </a:xfrm>
          <a:prstGeom prst="ellipse">
            <a:avLst/>
          </a:prstGeom>
          <a:solidFill>
            <a:schemeClr val="accent3"/>
          </a:solidFill>
          <a:ln>
            <a:solidFill>
              <a:schemeClr val="accent3"/>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97" name="Oval 96">
            <a:extLst>
              <a:ext uri="{FF2B5EF4-FFF2-40B4-BE49-F238E27FC236}">
                <a16:creationId xmlns:a16="http://schemas.microsoft.com/office/drawing/2014/main" id="{4B6742A5-22F7-A122-4496-5C3A866FC977}"/>
              </a:ext>
            </a:extLst>
          </p:cNvPr>
          <p:cNvSpPr/>
          <p:nvPr/>
        </p:nvSpPr>
        <p:spPr>
          <a:xfrm>
            <a:off x="11414165" y="1687661"/>
            <a:ext cx="45719" cy="45719"/>
          </a:xfrm>
          <a:prstGeom prst="ellipse">
            <a:avLst/>
          </a:prstGeom>
          <a:solidFill>
            <a:schemeClr val="accent3"/>
          </a:solidFill>
          <a:ln>
            <a:solidFill>
              <a:schemeClr val="accent3"/>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00" name="Right Brace 99">
            <a:extLst>
              <a:ext uri="{FF2B5EF4-FFF2-40B4-BE49-F238E27FC236}">
                <a16:creationId xmlns:a16="http://schemas.microsoft.com/office/drawing/2014/main" id="{C7C3AAA4-7CD4-596F-0F90-7D4035C3EC80}"/>
              </a:ext>
            </a:extLst>
          </p:cNvPr>
          <p:cNvSpPr/>
          <p:nvPr/>
        </p:nvSpPr>
        <p:spPr>
          <a:xfrm rot="10800000">
            <a:off x="10660721" y="2155190"/>
            <a:ext cx="135503" cy="495851"/>
          </a:xfrm>
          <a:prstGeom prst="rightBrace">
            <a:avLst/>
          </a:prstGeom>
          <a:noFill/>
          <a:ln>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1" name="Right Brace 100">
            <a:extLst>
              <a:ext uri="{FF2B5EF4-FFF2-40B4-BE49-F238E27FC236}">
                <a16:creationId xmlns:a16="http://schemas.microsoft.com/office/drawing/2014/main" id="{6514EA7F-2666-498A-679E-5879734EEED8}"/>
              </a:ext>
            </a:extLst>
          </p:cNvPr>
          <p:cNvSpPr/>
          <p:nvPr/>
        </p:nvSpPr>
        <p:spPr>
          <a:xfrm rot="10800000">
            <a:off x="11199202" y="1706763"/>
            <a:ext cx="135503" cy="495851"/>
          </a:xfrm>
          <a:prstGeom prst="rightBrace">
            <a:avLst/>
          </a:prstGeom>
          <a:noFill/>
          <a:ln>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3" name="Right Brace 102">
            <a:extLst>
              <a:ext uri="{FF2B5EF4-FFF2-40B4-BE49-F238E27FC236}">
                <a16:creationId xmlns:a16="http://schemas.microsoft.com/office/drawing/2014/main" id="{8A523EE2-90D7-8692-E95B-4224FB9728B1}"/>
              </a:ext>
            </a:extLst>
          </p:cNvPr>
          <p:cNvSpPr/>
          <p:nvPr/>
        </p:nvSpPr>
        <p:spPr>
          <a:xfrm rot="5400000">
            <a:off x="11132058" y="2064425"/>
            <a:ext cx="135503" cy="495851"/>
          </a:xfrm>
          <a:prstGeom prst="rightBrace">
            <a:avLst/>
          </a:prstGeom>
          <a:solidFill>
            <a:schemeClr val="bg1"/>
          </a:solidFill>
          <a:ln>
            <a:solidFill>
              <a:srgbClr val="00B0F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31" name="Straight Connector 130">
            <a:extLst>
              <a:ext uri="{FF2B5EF4-FFF2-40B4-BE49-F238E27FC236}">
                <a16:creationId xmlns:a16="http://schemas.microsoft.com/office/drawing/2014/main" id="{6C2F2C24-1B2D-B5DD-5A20-4EE7C681277C}"/>
              </a:ext>
            </a:extLst>
          </p:cNvPr>
          <p:cNvCxnSpPr/>
          <p:nvPr/>
        </p:nvCxnSpPr>
        <p:spPr>
          <a:xfrm>
            <a:off x="5234608" y="4115934"/>
            <a:ext cx="0" cy="2286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C2E297B1-677E-4937-EBF7-4D6EF19BD593}"/>
              </a:ext>
            </a:extLst>
          </p:cNvPr>
          <p:cNvCxnSpPr/>
          <p:nvPr/>
        </p:nvCxnSpPr>
        <p:spPr>
          <a:xfrm>
            <a:off x="4650408" y="6056439"/>
            <a:ext cx="2743200" cy="0"/>
          </a:xfrm>
          <a:prstGeom prst="line">
            <a:avLst/>
          </a:prstGeom>
        </p:spPr>
        <p:style>
          <a:lnRef idx="1">
            <a:schemeClr val="accent1"/>
          </a:lnRef>
          <a:fillRef idx="0">
            <a:schemeClr val="accent1"/>
          </a:fillRef>
          <a:effectRef idx="0">
            <a:schemeClr val="accent1"/>
          </a:effectRef>
          <a:fontRef idx="minor">
            <a:schemeClr val="tx1"/>
          </a:fontRef>
        </p:style>
      </p:cxnSp>
      <p:sp>
        <p:nvSpPr>
          <p:cNvPr id="133" name="Oval 132">
            <a:extLst>
              <a:ext uri="{FF2B5EF4-FFF2-40B4-BE49-F238E27FC236}">
                <a16:creationId xmlns:a16="http://schemas.microsoft.com/office/drawing/2014/main" id="{0FBA1687-5A9D-3C92-C2CB-BFEBE4D7FF21}"/>
              </a:ext>
            </a:extLst>
          </p:cNvPr>
          <p:cNvSpPr/>
          <p:nvPr/>
        </p:nvSpPr>
        <p:spPr>
          <a:xfrm>
            <a:off x="5767557" y="5412348"/>
            <a:ext cx="91440" cy="9144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34" name="TextBox 133">
            <a:extLst>
              <a:ext uri="{FF2B5EF4-FFF2-40B4-BE49-F238E27FC236}">
                <a16:creationId xmlns:a16="http://schemas.microsoft.com/office/drawing/2014/main" id="{2D109B5B-638E-7719-0DA9-BDCBA9DECD6B}"/>
              </a:ext>
            </a:extLst>
          </p:cNvPr>
          <p:cNvSpPr txBox="1"/>
          <p:nvPr/>
        </p:nvSpPr>
        <p:spPr>
          <a:xfrm>
            <a:off x="5234608" y="6039445"/>
            <a:ext cx="1368538" cy="461665"/>
          </a:xfrm>
          <a:prstGeom prst="rect">
            <a:avLst/>
          </a:prstGeom>
          <a:noFill/>
        </p:spPr>
        <p:txBody>
          <a:bodyPr wrap="square">
            <a:spAutoFit/>
          </a:bodyPr>
          <a:lstStyle/>
          <a:p>
            <a:r>
              <a:rPr lang="en-US" sz="2400">
                <a:solidFill>
                  <a:srgbClr val="00B0F0"/>
                </a:solidFill>
              </a:rPr>
              <a:t>Param 2</a:t>
            </a:r>
          </a:p>
        </p:txBody>
      </p:sp>
      <p:sp>
        <p:nvSpPr>
          <p:cNvPr id="135" name="TextBox 134">
            <a:extLst>
              <a:ext uri="{FF2B5EF4-FFF2-40B4-BE49-F238E27FC236}">
                <a16:creationId xmlns:a16="http://schemas.microsoft.com/office/drawing/2014/main" id="{D3F5AD17-0114-31F8-3A90-325A8E69D0BF}"/>
              </a:ext>
            </a:extLst>
          </p:cNvPr>
          <p:cNvSpPr txBox="1"/>
          <p:nvPr/>
        </p:nvSpPr>
        <p:spPr>
          <a:xfrm rot="16200000">
            <a:off x="4336835" y="5126608"/>
            <a:ext cx="1368538" cy="461665"/>
          </a:xfrm>
          <a:prstGeom prst="rect">
            <a:avLst/>
          </a:prstGeom>
          <a:noFill/>
        </p:spPr>
        <p:txBody>
          <a:bodyPr wrap="square">
            <a:spAutoFit/>
          </a:bodyPr>
          <a:lstStyle/>
          <a:p>
            <a:r>
              <a:rPr lang="en-US" sz="2400">
                <a:solidFill>
                  <a:srgbClr val="FFC000"/>
                </a:solidFill>
              </a:rPr>
              <a:t>Param 1</a:t>
            </a:r>
          </a:p>
        </p:txBody>
      </p:sp>
      <p:sp>
        <p:nvSpPr>
          <p:cNvPr id="136" name="Oval 135">
            <a:extLst>
              <a:ext uri="{FF2B5EF4-FFF2-40B4-BE49-F238E27FC236}">
                <a16:creationId xmlns:a16="http://schemas.microsoft.com/office/drawing/2014/main" id="{545ECB76-0482-9717-2A5F-77A993673D8E}"/>
              </a:ext>
            </a:extLst>
          </p:cNvPr>
          <p:cNvSpPr/>
          <p:nvPr/>
        </p:nvSpPr>
        <p:spPr>
          <a:xfrm>
            <a:off x="5790418" y="4948650"/>
            <a:ext cx="45719" cy="45719"/>
          </a:xfrm>
          <a:prstGeom prst="ellipse">
            <a:avLst/>
          </a:prstGeom>
          <a:solidFill>
            <a:schemeClr val="accent3"/>
          </a:solidFill>
          <a:ln>
            <a:solidFill>
              <a:schemeClr val="accent3"/>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37" name="Oval 136">
            <a:extLst>
              <a:ext uri="{FF2B5EF4-FFF2-40B4-BE49-F238E27FC236}">
                <a16:creationId xmlns:a16="http://schemas.microsoft.com/office/drawing/2014/main" id="{96E05737-3CE9-C074-5647-8EAFDA0FD2BD}"/>
              </a:ext>
            </a:extLst>
          </p:cNvPr>
          <p:cNvSpPr/>
          <p:nvPr/>
        </p:nvSpPr>
        <p:spPr>
          <a:xfrm>
            <a:off x="6296888" y="4948650"/>
            <a:ext cx="45719" cy="45719"/>
          </a:xfrm>
          <a:prstGeom prst="ellipse">
            <a:avLst/>
          </a:prstGeom>
          <a:solidFill>
            <a:schemeClr val="accent3"/>
          </a:solidFill>
          <a:ln>
            <a:solidFill>
              <a:schemeClr val="accent3"/>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38" name="Oval 137">
            <a:extLst>
              <a:ext uri="{FF2B5EF4-FFF2-40B4-BE49-F238E27FC236}">
                <a16:creationId xmlns:a16="http://schemas.microsoft.com/office/drawing/2014/main" id="{66045C88-7787-7591-E1D6-D59603CD14BB}"/>
              </a:ext>
            </a:extLst>
          </p:cNvPr>
          <p:cNvSpPr/>
          <p:nvPr/>
        </p:nvSpPr>
        <p:spPr>
          <a:xfrm>
            <a:off x="6296887" y="4503980"/>
            <a:ext cx="45719" cy="45719"/>
          </a:xfrm>
          <a:prstGeom prst="ellipse">
            <a:avLst/>
          </a:prstGeom>
          <a:solidFill>
            <a:schemeClr val="accent3"/>
          </a:solidFill>
          <a:ln>
            <a:solidFill>
              <a:schemeClr val="accent3"/>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39" name="Oval 138">
            <a:extLst>
              <a:ext uri="{FF2B5EF4-FFF2-40B4-BE49-F238E27FC236}">
                <a16:creationId xmlns:a16="http://schemas.microsoft.com/office/drawing/2014/main" id="{6A0A12A1-A397-1CBB-5F6B-1307C3C236ED}"/>
              </a:ext>
            </a:extLst>
          </p:cNvPr>
          <p:cNvSpPr/>
          <p:nvPr/>
        </p:nvSpPr>
        <p:spPr>
          <a:xfrm>
            <a:off x="6811498" y="4503979"/>
            <a:ext cx="45719" cy="45719"/>
          </a:xfrm>
          <a:prstGeom prst="ellipse">
            <a:avLst/>
          </a:prstGeom>
          <a:solidFill>
            <a:schemeClr val="accent3"/>
          </a:solidFill>
          <a:ln>
            <a:solidFill>
              <a:schemeClr val="accent3"/>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41" name="Right Brace 140">
            <a:extLst>
              <a:ext uri="{FF2B5EF4-FFF2-40B4-BE49-F238E27FC236}">
                <a16:creationId xmlns:a16="http://schemas.microsoft.com/office/drawing/2014/main" id="{3D36A9A0-9E2A-AC5A-61BA-0BC3ACEA7FE2}"/>
              </a:ext>
            </a:extLst>
          </p:cNvPr>
          <p:cNvSpPr/>
          <p:nvPr/>
        </p:nvSpPr>
        <p:spPr>
          <a:xfrm rot="10800000">
            <a:off x="5543443" y="4971509"/>
            <a:ext cx="135503" cy="495851"/>
          </a:xfrm>
          <a:prstGeom prst="rightBrace">
            <a:avLst/>
          </a:prstGeom>
          <a:noFill/>
          <a:ln>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2" name="Right Brace 141">
            <a:extLst>
              <a:ext uri="{FF2B5EF4-FFF2-40B4-BE49-F238E27FC236}">
                <a16:creationId xmlns:a16="http://schemas.microsoft.com/office/drawing/2014/main" id="{1C3656FA-7851-83B6-DAFD-7481F21EE902}"/>
              </a:ext>
            </a:extLst>
          </p:cNvPr>
          <p:cNvSpPr/>
          <p:nvPr/>
        </p:nvSpPr>
        <p:spPr>
          <a:xfrm rot="10800000">
            <a:off x="6081924" y="4523082"/>
            <a:ext cx="135503" cy="495851"/>
          </a:xfrm>
          <a:prstGeom prst="rightBrace">
            <a:avLst/>
          </a:prstGeom>
          <a:noFill/>
          <a:ln>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4" name="Right Brace 143">
            <a:extLst>
              <a:ext uri="{FF2B5EF4-FFF2-40B4-BE49-F238E27FC236}">
                <a16:creationId xmlns:a16="http://schemas.microsoft.com/office/drawing/2014/main" id="{CB7982A3-C62F-B818-4663-CA7E4B73C02F}"/>
              </a:ext>
            </a:extLst>
          </p:cNvPr>
          <p:cNvSpPr/>
          <p:nvPr/>
        </p:nvSpPr>
        <p:spPr>
          <a:xfrm rot="5400000">
            <a:off x="6014780" y="4880744"/>
            <a:ext cx="135503" cy="495851"/>
          </a:xfrm>
          <a:prstGeom prst="rightBrace">
            <a:avLst/>
          </a:prstGeom>
          <a:solidFill>
            <a:schemeClr val="bg1"/>
          </a:solidFill>
          <a:ln>
            <a:solidFill>
              <a:srgbClr val="00B0F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5" name="Right Brace 144">
            <a:extLst>
              <a:ext uri="{FF2B5EF4-FFF2-40B4-BE49-F238E27FC236}">
                <a16:creationId xmlns:a16="http://schemas.microsoft.com/office/drawing/2014/main" id="{399C1036-ECFD-D703-8D13-5CF08E6ABFD9}"/>
              </a:ext>
            </a:extLst>
          </p:cNvPr>
          <p:cNvSpPr/>
          <p:nvPr/>
        </p:nvSpPr>
        <p:spPr>
          <a:xfrm rot="5400000">
            <a:off x="6517149" y="4427916"/>
            <a:ext cx="135503" cy="495851"/>
          </a:xfrm>
          <a:prstGeom prst="rightBrace">
            <a:avLst/>
          </a:prstGeom>
          <a:solidFill>
            <a:schemeClr val="bg1"/>
          </a:solidFill>
          <a:ln>
            <a:solidFill>
              <a:srgbClr val="00B0F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46" name="Straight Connector 145">
            <a:extLst>
              <a:ext uri="{FF2B5EF4-FFF2-40B4-BE49-F238E27FC236}">
                <a16:creationId xmlns:a16="http://schemas.microsoft.com/office/drawing/2014/main" id="{7F329CD6-F56E-D887-13DD-796F0198A0F4}"/>
              </a:ext>
            </a:extLst>
          </p:cNvPr>
          <p:cNvCxnSpPr/>
          <p:nvPr/>
        </p:nvCxnSpPr>
        <p:spPr>
          <a:xfrm>
            <a:off x="9583346" y="4107699"/>
            <a:ext cx="0" cy="2286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7" name="Straight Connector 146">
            <a:extLst>
              <a:ext uri="{FF2B5EF4-FFF2-40B4-BE49-F238E27FC236}">
                <a16:creationId xmlns:a16="http://schemas.microsoft.com/office/drawing/2014/main" id="{BD23717D-D10D-03F0-FCE9-EE4844ABF8E3}"/>
              </a:ext>
            </a:extLst>
          </p:cNvPr>
          <p:cNvCxnSpPr/>
          <p:nvPr/>
        </p:nvCxnSpPr>
        <p:spPr>
          <a:xfrm>
            <a:off x="8999146" y="6048204"/>
            <a:ext cx="2743200" cy="0"/>
          </a:xfrm>
          <a:prstGeom prst="line">
            <a:avLst/>
          </a:prstGeom>
        </p:spPr>
        <p:style>
          <a:lnRef idx="1">
            <a:schemeClr val="accent1"/>
          </a:lnRef>
          <a:fillRef idx="0">
            <a:schemeClr val="accent1"/>
          </a:fillRef>
          <a:effectRef idx="0">
            <a:schemeClr val="accent1"/>
          </a:effectRef>
          <a:fontRef idx="minor">
            <a:schemeClr val="tx1"/>
          </a:fontRef>
        </p:style>
      </p:cxnSp>
      <p:sp>
        <p:nvSpPr>
          <p:cNvPr id="148" name="Oval 147">
            <a:extLst>
              <a:ext uri="{FF2B5EF4-FFF2-40B4-BE49-F238E27FC236}">
                <a16:creationId xmlns:a16="http://schemas.microsoft.com/office/drawing/2014/main" id="{D63457C1-7638-0370-6ACF-95FA74D52453}"/>
              </a:ext>
            </a:extLst>
          </p:cNvPr>
          <p:cNvSpPr/>
          <p:nvPr/>
        </p:nvSpPr>
        <p:spPr>
          <a:xfrm>
            <a:off x="10116295" y="5404113"/>
            <a:ext cx="91440" cy="9144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49" name="TextBox 148">
            <a:extLst>
              <a:ext uri="{FF2B5EF4-FFF2-40B4-BE49-F238E27FC236}">
                <a16:creationId xmlns:a16="http://schemas.microsoft.com/office/drawing/2014/main" id="{B310E920-20DB-102C-7583-49D974901B0F}"/>
              </a:ext>
            </a:extLst>
          </p:cNvPr>
          <p:cNvSpPr txBox="1"/>
          <p:nvPr/>
        </p:nvSpPr>
        <p:spPr>
          <a:xfrm>
            <a:off x="9583346" y="6031210"/>
            <a:ext cx="1368538" cy="461665"/>
          </a:xfrm>
          <a:prstGeom prst="rect">
            <a:avLst/>
          </a:prstGeom>
          <a:noFill/>
        </p:spPr>
        <p:txBody>
          <a:bodyPr wrap="square">
            <a:spAutoFit/>
          </a:bodyPr>
          <a:lstStyle/>
          <a:p>
            <a:r>
              <a:rPr lang="en-US" sz="2400">
                <a:solidFill>
                  <a:srgbClr val="00B0F0"/>
                </a:solidFill>
              </a:rPr>
              <a:t>Param 2</a:t>
            </a:r>
          </a:p>
        </p:txBody>
      </p:sp>
      <p:sp>
        <p:nvSpPr>
          <p:cNvPr id="150" name="TextBox 149">
            <a:extLst>
              <a:ext uri="{FF2B5EF4-FFF2-40B4-BE49-F238E27FC236}">
                <a16:creationId xmlns:a16="http://schemas.microsoft.com/office/drawing/2014/main" id="{BC680B92-1714-07BF-78EF-8AC3279927FE}"/>
              </a:ext>
            </a:extLst>
          </p:cNvPr>
          <p:cNvSpPr txBox="1"/>
          <p:nvPr/>
        </p:nvSpPr>
        <p:spPr>
          <a:xfrm rot="16200000">
            <a:off x="8685573" y="5118373"/>
            <a:ext cx="1368538" cy="461665"/>
          </a:xfrm>
          <a:prstGeom prst="rect">
            <a:avLst/>
          </a:prstGeom>
          <a:noFill/>
        </p:spPr>
        <p:txBody>
          <a:bodyPr wrap="square">
            <a:spAutoFit/>
          </a:bodyPr>
          <a:lstStyle/>
          <a:p>
            <a:r>
              <a:rPr lang="en-US" sz="2400">
                <a:solidFill>
                  <a:srgbClr val="FFC000"/>
                </a:solidFill>
              </a:rPr>
              <a:t>Param 1</a:t>
            </a:r>
          </a:p>
        </p:txBody>
      </p:sp>
      <p:sp>
        <p:nvSpPr>
          <p:cNvPr id="151" name="Oval 150">
            <a:extLst>
              <a:ext uri="{FF2B5EF4-FFF2-40B4-BE49-F238E27FC236}">
                <a16:creationId xmlns:a16="http://schemas.microsoft.com/office/drawing/2014/main" id="{17AFC793-DDE7-30F7-0187-E9775AF7769E}"/>
              </a:ext>
            </a:extLst>
          </p:cNvPr>
          <p:cNvSpPr/>
          <p:nvPr/>
        </p:nvSpPr>
        <p:spPr>
          <a:xfrm>
            <a:off x="10139156" y="4940415"/>
            <a:ext cx="45719" cy="45719"/>
          </a:xfrm>
          <a:prstGeom prst="ellipse">
            <a:avLst/>
          </a:prstGeom>
          <a:solidFill>
            <a:schemeClr val="accent3"/>
          </a:solidFill>
          <a:ln>
            <a:solidFill>
              <a:schemeClr val="accent3"/>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52" name="Oval 151">
            <a:extLst>
              <a:ext uri="{FF2B5EF4-FFF2-40B4-BE49-F238E27FC236}">
                <a16:creationId xmlns:a16="http://schemas.microsoft.com/office/drawing/2014/main" id="{F555BA56-C409-82C8-8B10-E74A9ECB1AD7}"/>
              </a:ext>
            </a:extLst>
          </p:cNvPr>
          <p:cNvSpPr/>
          <p:nvPr/>
        </p:nvSpPr>
        <p:spPr>
          <a:xfrm>
            <a:off x="10645626" y="4940415"/>
            <a:ext cx="45719" cy="45719"/>
          </a:xfrm>
          <a:prstGeom prst="ellipse">
            <a:avLst/>
          </a:prstGeom>
          <a:solidFill>
            <a:schemeClr val="accent3"/>
          </a:solidFill>
          <a:ln>
            <a:solidFill>
              <a:schemeClr val="accent3"/>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53" name="Oval 152">
            <a:extLst>
              <a:ext uri="{FF2B5EF4-FFF2-40B4-BE49-F238E27FC236}">
                <a16:creationId xmlns:a16="http://schemas.microsoft.com/office/drawing/2014/main" id="{7B062D65-04BE-49AD-9C4A-6949E9BA7CD0}"/>
              </a:ext>
            </a:extLst>
          </p:cNvPr>
          <p:cNvSpPr/>
          <p:nvPr/>
        </p:nvSpPr>
        <p:spPr>
          <a:xfrm>
            <a:off x="10645625" y="4495745"/>
            <a:ext cx="45719" cy="45719"/>
          </a:xfrm>
          <a:prstGeom prst="ellipse">
            <a:avLst/>
          </a:prstGeom>
          <a:solidFill>
            <a:schemeClr val="accent3"/>
          </a:solidFill>
          <a:ln>
            <a:solidFill>
              <a:schemeClr val="accent3"/>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54" name="Oval 153">
            <a:extLst>
              <a:ext uri="{FF2B5EF4-FFF2-40B4-BE49-F238E27FC236}">
                <a16:creationId xmlns:a16="http://schemas.microsoft.com/office/drawing/2014/main" id="{6FC7B531-E226-6F01-2384-1E06A754FEF5}"/>
              </a:ext>
            </a:extLst>
          </p:cNvPr>
          <p:cNvSpPr/>
          <p:nvPr/>
        </p:nvSpPr>
        <p:spPr>
          <a:xfrm>
            <a:off x="11160236" y="4495744"/>
            <a:ext cx="45719" cy="45719"/>
          </a:xfrm>
          <a:prstGeom prst="ellipse">
            <a:avLst/>
          </a:prstGeom>
          <a:solidFill>
            <a:schemeClr val="accent3"/>
          </a:solidFill>
          <a:ln>
            <a:solidFill>
              <a:schemeClr val="accent3"/>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55" name="Oval 154">
            <a:extLst>
              <a:ext uri="{FF2B5EF4-FFF2-40B4-BE49-F238E27FC236}">
                <a16:creationId xmlns:a16="http://schemas.microsoft.com/office/drawing/2014/main" id="{F1CD21D7-7C64-F8FC-C8E2-FCE0F3403EF7}"/>
              </a:ext>
            </a:extLst>
          </p:cNvPr>
          <p:cNvSpPr/>
          <p:nvPr/>
        </p:nvSpPr>
        <p:spPr>
          <a:xfrm>
            <a:off x="11145946" y="4042726"/>
            <a:ext cx="91440" cy="91440"/>
          </a:xfrm>
          <a:prstGeom prst="ellipse">
            <a:avLst/>
          </a:prstGeom>
          <a:solidFill>
            <a:schemeClr val="accent6"/>
          </a:solidFill>
          <a:ln>
            <a:solidFill>
              <a:schemeClr val="accent6"/>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56" name="Right Brace 155">
            <a:extLst>
              <a:ext uri="{FF2B5EF4-FFF2-40B4-BE49-F238E27FC236}">
                <a16:creationId xmlns:a16="http://schemas.microsoft.com/office/drawing/2014/main" id="{7132BB14-056C-2F79-D967-243A279B7A93}"/>
              </a:ext>
            </a:extLst>
          </p:cNvPr>
          <p:cNvSpPr/>
          <p:nvPr/>
        </p:nvSpPr>
        <p:spPr>
          <a:xfrm rot="10800000">
            <a:off x="9892181" y="4963274"/>
            <a:ext cx="135503" cy="495851"/>
          </a:xfrm>
          <a:prstGeom prst="rightBrace">
            <a:avLst/>
          </a:prstGeom>
          <a:noFill/>
          <a:ln>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57" name="Right Brace 156">
            <a:extLst>
              <a:ext uri="{FF2B5EF4-FFF2-40B4-BE49-F238E27FC236}">
                <a16:creationId xmlns:a16="http://schemas.microsoft.com/office/drawing/2014/main" id="{27D7BDEB-C03E-9706-5F6C-8F381C1BFF95}"/>
              </a:ext>
            </a:extLst>
          </p:cNvPr>
          <p:cNvSpPr/>
          <p:nvPr/>
        </p:nvSpPr>
        <p:spPr>
          <a:xfrm rot="10800000">
            <a:off x="10430662" y="4514847"/>
            <a:ext cx="135503" cy="495851"/>
          </a:xfrm>
          <a:prstGeom prst="rightBrace">
            <a:avLst/>
          </a:prstGeom>
          <a:noFill/>
          <a:ln>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58" name="Right Brace 157">
            <a:extLst>
              <a:ext uri="{FF2B5EF4-FFF2-40B4-BE49-F238E27FC236}">
                <a16:creationId xmlns:a16="http://schemas.microsoft.com/office/drawing/2014/main" id="{CD631B2A-ED96-014E-55CD-083283C85BFB}"/>
              </a:ext>
            </a:extLst>
          </p:cNvPr>
          <p:cNvSpPr/>
          <p:nvPr/>
        </p:nvSpPr>
        <p:spPr>
          <a:xfrm rot="10800000">
            <a:off x="10977264" y="4081291"/>
            <a:ext cx="135503" cy="495851"/>
          </a:xfrm>
          <a:prstGeom prst="rightBrace">
            <a:avLst/>
          </a:prstGeom>
          <a:noFill/>
          <a:ln>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59" name="Right Brace 158">
            <a:extLst>
              <a:ext uri="{FF2B5EF4-FFF2-40B4-BE49-F238E27FC236}">
                <a16:creationId xmlns:a16="http://schemas.microsoft.com/office/drawing/2014/main" id="{0564BA6E-78F2-CC45-5298-6A0582E753F5}"/>
              </a:ext>
            </a:extLst>
          </p:cNvPr>
          <p:cNvSpPr/>
          <p:nvPr/>
        </p:nvSpPr>
        <p:spPr>
          <a:xfrm rot="5400000">
            <a:off x="10363518" y="4872509"/>
            <a:ext cx="135503" cy="495851"/>
          </a:xfrm>
          <a:prstGeom prst="rightBrace">
            <a:avLst/>
          </a:prstGeom>
          <a:solidFill>
            <a:schemeClr val="bg1"/>
          </a:solidFill>
          <a:ln>
            <a:solidFill>
              <a:srgbClr val="00B0F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0" name="Right Brace 159">
            <a:extLst>
              <a:ext uri="{FF2B5EF4-FFF2-40B4-BE49-F238E27FC236}">
                <a16:creationId xmlns:a16="http://schemas.microsoft.com/office/drawing/2014/main" id="{E7F06412-1F34-C5CC-CCD5-BB861D7059DC}"/>
              </a:ext>
            </a:extLst>
          </p:cNvPr>
          <p:cNvSpPr/>
          <p:nvPr/>
        </p:nvSpPr>
        <p:spPr>
          <a:xfrm rot="5400000">
            <a:off x="10865887" y="4419681"/>
            <a:ext cx="135503" cy="495851"/>
          </a:xfrm>
          <a:prstGeom prst="rightBrace">
            <a:avLst/>
          </a:prstGeom>
          <a:solidFill>
            <a:schemeClr val="bg1"/>
          </a:solidFill>
          <a:ln>
            <a:solidFill>
              <a:srgbClr val="00B0F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162" name="Picture 161">
            <a:extLst>
              <a:ext uri="{FF2B5EF4-FFF2-40B4-BE49-F238E27FC236}">
                <a16:creationId xmlns:a16="http://schemas.microsoft.com/office/drawing/2014/main" id="{8DF65FED-B6AE-8E13-B6F2-AD7EC703ECAC}"/>
              </a:ext>
            </a:extLst>
          </p:cNvPr>
          <p:cNvPicPr>
            <a:picLocks noChangeAspect="1"/>
          </p:cNvPicPr>
          <p:nvPr/>
        </p:nvPicPr>
        <p:blipFill>
          <a:blip r:embed="rId3"/>
          <a:stretch>
            <a:fillRect/>
          </a:stretch>
        </p:blipFill>
        <p:spPr>
          <a:xfrm>
            <a:off x="357252" y="2090499"/>
            <a:ext cx="3096057" cy="3515216"/>
          </a:xfrm>
          <a:prstGeom prst="rect">
            <a:avLst/>
          </a:prstGeom>
        </p:spPr>
      </p:pic>
      <p:sp>
        <p:nvSpPr>
          <p:cNvPr id="164" name="TextBox 163">
            <a:extLst>
              <a:ext uri="{FF2B5EF4-FFF2-40B4-BE49-F238E27FC236}">
                <a16:creationId xmlns:a16="http://schemas.microsoft.com/office/drawing/2014/main" id="{73F5171D-6685-1B9B-2166-32BE4213FA27}"/>
              </a:ext>
            </a:extLst>
          </p:cNvPr>
          <p:cNvSpPr txBox="1"/>
          <p:nvPr/>
        </p:nvSpPr>
        <p:spPr>
          <a:xfrm>
            <a:off x="14812" y="5594775"/>
            <a:ext cx="5464456" cy="369332"/>
          </a:xfrm>
          <a:prstGeom prst="rect">
            <a:avLst/>
          </a:prstGeom>
          <a:noFill/>
        </p:spPr>
        <p:txBody>
          <a:bodyPr wrap="square">
            <a:spAutoFit/>
          </a:bodyPr>
          <a:lstStyle/>
          <a:p>
            <a:r>
              <a:rPr lang="en-US" b="0" i="1"/>
              <a:t>Mah, Lohmueller, and Garud MBE 2024</a:t>
            </a:r>
            <a:endParaRPr lang="en-US" i="1"/>
          </a:p>
        </p:txBody>
      </p:sp>
    </p:spTree>
    <p:extLst>
      <p:ext uri="{BB962C8B-B14F-4D97-AF65-F5344CB8AC3E}">
        <p14:creationId xmlns:p14="http://schemas.microsoft.com/office/powerpoint/2010/main" val="8712674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2B9728-BC68-024F-A8B7-F6AF5F0585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5448A9-CF72-4E50-6A61-ADEE787C17C6}"/>
              </a:ext>
            </a:extLst>
          </p:cNvPr>
          <p:cNvSpPr>
            <a:spLocks noGrp="1"/>
          </p:cNvSpPr>
          <p:nvPr>
            <p:ph type="title"/>
          </p:nvPr>
        </p:nvSpPr>
        <p:spPr/>
        <p:txBody>
          <a:bodyPr/>
          <a:lstStyle/>
          <a:p>
            <a:r>
              <a:rPr lang="en-US">
                <a:latin typeface="Yu Gothic" panose="020B0400000000000000" pitchFamily="34" charset="-128"/>
                <a:ea typeface="Yu Gothic" panose="020B0400000000000000" pitchFamily="34" charset="-128"/>
              </a:rPr>
              <a:t>CMA-ES (</a:t>
            </a:r>
            <a:r>
              <a:rPr lang="fr-FR">
                <a:latin typeface="Yu Gothic" panose="020B0400000000000000" pitchFamily="34" charset="-128"/>
                <a:ea typeface="Yu Gothic" panose="020B0400000000000000" pitchFamily="34" charset="-128"/>
              </a:rPr>
              <a:t>Covariance matrix adaptation evolution strategy)</a:t>
            </a:r>
            <a:endParaRPr lang="en-US">
              <a:latin typeface="Yu Gothic" panose="020B0400000000000000" pitchFamily="34" charset="-128"/>
              <a:ea typeface="Yu Gothic" panose="020B0400000000000000" pitchFamily="34" charset="-128"/>
            </a:endParaRPr>
          </a:p>
        </p:txBody>
      </p:sp>
      <p:cxnSp>
        <p:nvCxnSpPr>
          <p:cNvPr id="3" name="Straight Connector 2">
            <a:extLst>
              <a:ext uri="{FF2B5EF4-FFF2-40B4-BE49-F238E27FC236}">
                <a16:creationId xmlns:a16="http://schemas.microsoft.com/office/drawing/2014/main" id="{B36757AC-7D1B-02A6-EA1F-8FB2A0506397}"/>
              </a:ext>
            </a:extLst>
          </p:cNvPr>
          <p:cNvCxnSpPr/>
          <p:nvPr/>
        </p:nvCxnSpPr>
        <p:spPr>
          <a:xfrm>
            <a:off x="1068548" y="2386955"/>
            <a:ext cx="0" cy="2743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F283BE9A-CF92-158A-F49C-168E8D9C7281}"/>
              </a:ext>
            </a:extLst>
          </p:cNvPr>
          <p:cNvCxnSpPr/>
          <p:nvPr/>
        </p:nvCxnSpPr>
        <p:spPr>
          <a:xfrm>
            <a:off x="484348" y="4606860"/>
            <a:ext cx="2743200" cy="0"/>
          </a:xfrm>
          <a:prstGeom prst="line">
            <a:avLst/>
          </a:prstGeom>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6141EC68-CC55-F8C8-740D-123B0FB82910}"/>
              </a:ext>
            </a:extLst>
          </p:cNvPr>
          <p:cNvSpPr txBox="1"/>
          <p:nvPr/>
        </p:nvSpPr>
        <p:spPr>
          <a:xfrm>
            <a:off x="1068548" y="4589866"/>
            <a:ext cx="1368538" cy="461665"/>
          </a:xfrm>
          <a:prstGeom prst="rect">
            <a:avLst/>
          </a:prstGeom>
          <a:noFill/>
        </p:spPr>
        <p:txBody>
          <a:bodyPr wrap="square">
            <a:spAutoFit/>
          </a:bodyPr>
          <a:lstStyle/>
          <a:p>
            <a:r>
              <a:rPr lang="en-US" sz="2400"/>
              <a:t>Param 2</a:t>
            </a:r>
          </a:p>
        </p:txBody>
      </p:sp>
      <p:sp>
        <p:nvSpPr>
          <p:cNvPr id="14" name="TextBox 13">
            <a:extLst>
              <a:ext uri="{FF2B5EF4-FFF2-40B4-BE49-F238E27FC236}">
                <a16:creationId xmlns:a16="http://schemas.microsoft.com/office/drawing/2014/main" id="{94846303-14C7-72F7-EEE2-C5D0437F18D9}"/>
              </a:ext>
            </a:extLst>
          </p:cNvPr>
          <p:cNvSpPr txBox="1"/>
          <p:nvPr/>
        </p:nvSpPr>
        <p:spPr>
          <a:xfrm rot="16200000">
            <a:off x="170775" y="3677029"/>
            <a:ext cx="1368538" cy="461665"/>
          </a:xfrm>
          <a:prstGeom prst="rect">
            <a:avLst/>
          </a:prstGeom>
          <a:noFill/>
        </p:spPr>
        <p:txBody>
          <a:bodyPr wrap="square">
            <a:spAutoFit/>
          </a:bodyPr>
          <a:lstStyle/>
          <a:p>
            <a:r>
              <a:rPr lang="en-US" sz="2400"/>
              <a:t>Param 1</a:t>
            </a:r>
          </a:p>
        </p:txBody>
      </p:sp>
      <p:cxnSp>
        <p:nvCxnSpPr>
          <p:cNvPr id="15" name="Straight Connector 14">
            <a:extLst>
              <a:ext uri="{FF2B5EF4-FFF2-40B4-BE49-F238E27FC236}">
                <a16:creationId xmlns:a16="http://schemas.microsoft.com/office/drawing/2014/main" id="{BEB4BA4E-DB83-E130-DA1B-401B6213A50B}"/>
              </a:ext>
            </a:extLst>
          </p:cNvPr>
          <p:cNvCxnSpPr/>
          <p:nvPr/>
        </p:nvCxnSpPr>
        <p:spPr>
          <a:xfrm>
            <a:off x="5867987" y="2388109"/>
            <a:ext cx="0" cy="2743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568B92B9-920F-257C-1BA2-52DBF5073783}"/>
              </a:ext>
            </a:extLst>
          </p:cNvPr>
          <p:cNvCxnSpPr/>
          <p:nvPr/>
        </p:nvCxnSpPr>
        <p:spPr>
          <a:xfrm>
            <a:off x="5283787" y="4608014"/>
            <a:ext cx="2743200" cy="0"/>
          </a:xfrm>
          <a:prstGeom prst="line">
            <a:avLst/>
          </a:prstGeom>
        </p:spPr>
        <p:style>
          <a:lnRef idx="1">
            <a:schemeClr val="accent1"/>
          </a:lnRef>
          <a:fillRef idx="0">
            <a:schemeClr val="accent1"/>
          </a:fillRef>
          <a:effectRef idx="0">
            <a:schemeClr val="accent1"/>
          </a:effectRef>
          <a:fontRef idx="minor">
            <a:schemeClr val="tx1"/>
          </a:fontRef>
        </p:style>
      </p:cxnSp>
      <p:sp>
        <p:nvSpPr>
          <p:cNvPr id="17" name="Oval 16">
            <a:extLst>
              <a:ext uri="{FF2B5EF4-FFF2-40B4-BE49-F238E27FC236}">
                <a16:creationId xmlns:a16="http://schemas.microsoft.com/office/drawing/2014/main" id="{F55CD725-BB4B-1726-E0BD-0EE5EACAD51C}"/>
              </a:ext>
            </a:extLst>
          </p:cNvPr>
          <p:cNvSpPr/>
          <p:nvPr/>
        </p:nvSpPr>
        <p:spPr>
          <a:xfrm>
            <a:off x="6853505" y="3350297"/>
            <a:ext cx="45719" cy="45719"/>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79746373-1958-185E-4C34-4E143DA66E73}"/>
              </a:ext>
            </a:extLst>
          </p:cNvPr>
          <p:cNvSpPr txBox="1"/>
          <p:nvPr/>
        </p:nvSpPr>
        <p:spPr>
          <a:xfrm>
            <a:off x="5867987" y="4591020"/>
            <a:ext cx="1368538" cy="461665"/>
          </a:xfrm>
          <a:prstGeom prst="rect">
            <a:avLst/>
          </a:prstGeom>
          <a:noFill/>
        </p:spPr>
        <p:txBody>
          <a:bodyPr wrap="square">
            <a:spAutoFit/>
          </a:bodyPr>
          <a:lstStyle/>
          <a:p>
            <a:r>
              <a:rPr lang="en-US" sz="2400"/>
              <a:t>Param 2</a:t>
            </a:r>
          </a:p>
        </p:txBody>
      </p:sp>
      <p:sp>
        <p:nvSpPr>
          <p:cNvPr id="23" name="TextBox 22">
            <a:extLst>
              <a:ext uri="{FF2B5EF4-FFF2-40B4-BE49-F238E27FC236}">
                <a16:creationId xmlns:a16="http://schemas.microsoft.com/office/drawing/2014/main" id="{77D53914-3ACF-A2CB-F4A6-840A685E4417}"/>
              </a:ext>
            </a:extLst>
          </p:cNvPr>
          <p:cNvSpPr txBox="1"/>
          <p:nvPr/>
        </p:nvSpPr>
        <p:spPr>
          <a:xfrm rot="16200000">
            <a:off x="4970214" y="3678183"/>
            <a:ext cx="1368538" cy="461665"/>
          </a:xfrm>
          <a:prstGeom prst="rect">
            <a:avLst/>
          </a:prstGeom>
          <a:noFill/>
        </p:spPr>
        <p:txBody>
          <a:bodyPr wrap="square">
            <a:spAutoFit/>
          </a:bodyPr>
          <a:lstStyle/>
          <a:p>
            <a:r>
              <a:rPr lang="en-US" sz="2400"/>
              <a:t>Param 1</a:t>
            </a:r>
          </a:p>
        </p:txBody>
      </p:sp>
      <p:sp>
        <p:nvSpPr>
          <p:cNvPr id="24" name="Oval 23">
            <a:extLst>
              <a:ext uri="{FF2B5EF4-FFF2-40B4-BE49-F238E27FC236}">
                <a16:creationId xmlns:a16="http://schemas.microsoft.com/office/drawing/2014/main" id="{8BF15B98-94C4-C1A3-7239-1CDAA1A3C1DF}"/>
              </a:ext>
            </a:extLst>
          </p:cNvPr>
          <p:cNvSpPr/>
          <p:nvPr/>
        </p:nvSpPr>
        <p:spPr>
          <a:xfrm rot="2440233">
            <a:off x="6078423" y="2635206"/>
            <a:ext cx="2006599" cy="1663698"/>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1E0E9986-E5CB-C642-CE54-C8E15DCA41AA}"/>
              </a:ext>
            </a:extLst>
          </p:cNvPr>
          <p:cNvSpPr/>
          <p:nvPr/>
        </p:nvSpPr>
        <p:spPr>
          <a:xfrm>
            <a:off x="6552256" y="2798558"/>
            <a:ext cx="45719" cy="45719"/>
          </a:xfrm>
          <a:prstGeom prst="ellipse">
            <a:avLst/>
          </a:prstGeom>
          <a:solidFill>
            <a:schemeClr val="accent3"/>
          </a:solidFill>
          <a:ln>
            <a:solidFill>
              <a:schemeClr val="accent3"/>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5268F90-7E91-D3CF-260E-EC325DFB4E1D}"/>
              </a:ext>
            </a:extLst>
          </p:cNvPr>
          <p:cNvSpPr/>
          <p:nvPr/>
        </p:nvSpPr>
        <p:spPr>
          <a:xfrm>
            <a:off x="7000354" y="2908096"/>
            <a:ext cx="45719" cy="45719"/>
          </a:xfrm>
          <a:prstGeom prst="ellipse">
            <a:avLst/>
          </a:prstGeom>
          <a:solidFill>
            <a:schemeClr val="accent3"/>
          </a:solidFill>
          <a:ln>
            <a:solidFill>
              <a:schemeClr val="accent3"/>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13C269F6-EC1F-5FB8-A603-D62D7A97C3B9}"/>
              </a:ext>
            </a:extLst>
          </p:cNvPr>
          <p:cNvSpPr/>
          <p:nvPr/>
        </p:nvSpPr>
        <p:spPr>
          <a:xfrm>
            <a:off x="6597975" y="3408158"/>
            <a:ext cx="45719" cy="45719"/>
          </a:xfrm>
          <a:prstGeom prst="ellipse">
            <a:avLst/>
          </a:prstGeom>
          <a:solidFill>
            <a:schemeClr val="accent3"/>
          </a:solidFill>
          <a:ln>
            <a:solidFill>
              <a:schemeClr val="accent3"/>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7A5B241B-EB28-124C-6D92-34B99E6E1D9F}"/>
              </a:ext>
            </a:extLst>
          </p:cNvPr>
          <p:cNvSpPr/>
          <p:nvPr/>
        </p:nvSpPr>
        <p:spPr>
          <a:xfrm>
            <a:off x="7000353" y="3830169"/>
            <a:ext cx="45719" cy="45719"/>
          </a:xfrm>
          <a:prstGeom prst="ellipse">
            <a:avLst/>
          </a:prstGeom>
          <a:solidFill>
            <a:schemeClr val="accent3"/>
          </a:solidFill>
          <a:ln>
            <a:solidFill>
              <a:schemeClr val="accent3"/>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F8EACEAC-385D-DE86-6C55-A237C182712D}"/>
              </a:ext>
            </a:extLst>
          </p:cNvPr>
          <p:cNvSpPr/>
          <p:nvPr/>
        </p:nvSpPr>
        <p:spPr>
          <a:xfrm>
            <a:off x="6317109" y="3218880"/>
            <a:ext cx="45719" cy="45719"/>
          </a:xfrm>
          <a:prstGeom prst="ellipse">
            <a:avLst/>
          </a:prstGeom>
          <a:solidFill>
            <a:schemeClr val="accent3"/>
          </a:solidFill>
          <a:ln>
            <a:solidFill>
              <a:schemeClr val="accent3"/>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4C6DD43E-5290-D0FE-EE2A-278529BD87D0}"/>
              </a:ext>
            </a:extLst>
          </p:cNvPr>
          <p:cNvSpPr/>
          <p:nvPr/>
        </p:nvSpPr>
        <p:spPr>
          <a:xfrm>
            <a:off x="7471841" y="3264599"/>
            <a:ext cx="45719" cy="45719"/>
          </a:xfrm>
          <a:prstGeom prst="ellipse">
            <a:avLst/>
          </a:prstGeom>
          <a:solidFill>
            <a:schemeClr val="accent3"/>
          </a:solidFill>
          <a:ln>
            <a:solidFill>
              <a:schemeClr val="accent3"/>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A4E92484-0DEC-A386-82C4-00A0AC467492}"/>
              </a:ext>
            </a:extLst>
          </p:cNvPr>
          <p:cNvSpPr/>
          <p:nvPr/>
        </p:nvSpPr>
        <p:spPr>
          <a:xfrm>
            <a:off x="7600006" y="3939417"/>
            <a:ext cx="45719" cy="45719"/>
          </a:xfrm>
          <a:prstGeom prst="ellipse">
            <a:avLst/>
          </a:prstGeom>
          <a:solidFill>
            <a:schemeClr val="accent3"/>
          </a:solidFill>
          <a:ln>
            <a:solidFill>
              <a:schemeClr val="accent3"/>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8B18839F-D9CD-7BC3-1CB9-EE35AFAA1816}"/>
              </a:ext>
            </a:extLst>
          </p:cNvPr>
          <p:cNvSpPr/>
          <p:nvPr/>
        </p:nvSpPr>
        <p:spPr>
          <a:xfrm>
            <a:off x="7196395" y="3467055"/>
            <a:ext cx="45719" cy="45719"/>
          </a:xfrm>
          <a:prstGeom prst="ellipse">
            <a:avLst/>
          </a:prstGeom>
          <a:solidFill>
            <a:schemeClr val="accent3"/>
          </a:solidFill>
          <a:ln>
            <a:solidFill>
              <a:schemeClr val="accent3"/>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E54D1CFA-8C61-9F52-D5B4-B85B8B413EE8}"/>
              </a:ext>
            </a:extLst>
          </p:cNvPr>
          <p:cNvSpPr/>
          <p:nvPr/>
        </p:nvSpPr>
        <p:spPr>
          <a:xfrm>
            <a:off x="6632527" y="3858034"/>
            <a:ext cx="45719" cy="45719"/>
          </a:xfrm>
          <a:prstGeom prst="ellipse">
            <a:avLst/>
          </a:prstGeom>
          <a:solidFill>
            <a:schemeClr val="accent3"/>
          </a:solidFill>
          <a:ln>
            <a:solidFill>
              <a:schemeClr val="accent3"/>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44" name="TextBox 43">
            <a:extLst>
              <a:ext uri="{FF2B5EF4-FFF2-40B4-BE49-F238E27FC236}">
                <a16:creationId xmlns:a16="http://schemas.microsoft.com/office/drawing/2014/main" id="{58017135-2D0C-39CA-6F20-FF55690D8FF6}"/>
              </a:ext>
            </a:extLst>
          </p:cNvPr>
          <p:cNvSpPr txBox="1"/>
          <p:nvPr/>
        </p:nvSpPr>
        <p:spPr>
          <a:xfrm>
            <a:off x="763116" y="1872691"/>
            <a:ext cx="1979402" cy="369332"/>
          </a:xfrm>
          <a:prstGeom prst="rect">
            <a:avLst/>
          </a:prstGeom>
          <a:noFill/>
        </p:spPr>
        <p:txBody>
          <a:bodyPr wrap="square">
            <a:spAutoFit/>
          </a:bodyPr>
          <a:lstStyle/>
          <a:p>
            <a:r>
              <a:rPr lang="en-US" b="0"/>
              <a:t>Coordinate Search</a:t>
            </a:r>
            <a:endParaRPr lang="en-US"/>
          </a:p>
        </p:txBody>
      </p:sp>
      <p:sp>
        <p:nvSpPr>
          <p:cNvPr id="46" name="TextBox 45">
            <a:extLst>
              <a:ext uri="{FF2B5EF4-FFF2-40B4-BE49-F238E27FC236}">
                <a16:creationId xmlns:a16="http://schemas.microsoft.com/office/drawing/2014/main" id="{0F1BDA8A-35B5-46EA-38B7-E1015943D4CA}"/>
              </a:ext>
            </a:extLst>
          </p:cNvPr>
          <p:cNvSpPr txBox="1"/>
          <p:nvPr/>
        </p:nvSpPr>
        <p:spPr>
          <a:xfrm>
            <a:off x="484347" y="5141398"/>
            <a:ext cx="2963931" cy="923330"/>
          </a:xfrm>
          <a:prstGeom prst="rect">
            <a:avLst/>
          </a:prstGeom>
          <a:noFill/>
        </p:spPr>
        <p:txBody>
          <a:bodyPr wrap="square">
            <a:spAutoFit/>
          </a:bodyPr>
          <a:lstStyle/>
          <a:p>
            <a:pPr marL="285750" indent="-285750">
              <a:buFont typeface="Arial" panose="020B0604020202020204" pitchFamily="34" charset="0"/>
              <a:buChar char="•"/>
            </a:pPr>
            <a:r>
              <a:rPr lang="en-US" b="0"/>
              <a:t>Iterate each param</a:t>
            </a:r>
          </a:p>
          <a:p>
            <a:pPr marL="285750" indent="-285750">
              <a:buFont typeface="Arial" panose="020B0604020202020204" pitchFamily="34" charset="0"/>
              <a:buChar char="•"/>
            </a:pPr>
            <a:r>
              <a:rPr lang="en-US"/>
              <a:t>Check down() and up()</a:t>
            </a:r>
          </a:p>
          <a:p>
            <a:pPr marL="285750" indent="-285750">
              <a:buFont typeface="Arial" panose="020B0604020202020204" pitchFamily="34" charset="0"/>
              <a:buChar char="•"/>
            </a:pPr>
            <a:r>
              <a:rPr lang="en-US"/>
              <a:t>Save faster() or slower()</a:t>
            </a:r>
          </a:p>
        </p:txBody>
      </p:sp>
      <p:sp>
        <p:nvSpPr>
          <p:cNvPr id="48" name="TextBox 47">
            <a:extLst>
              <a:ext uri="{FF2B5EF4-FFF2-40B4-BE49-F238E27FC236}">
                <a16:creationId xmlns:a16="http://schemas.microsoft.com/office/drawing/2014/main" id="{55A704D4-CB8F-DCC9-076E-3860466EA8FA}"/>
              </a:ext>
            </a:extLst>
          </p:cNvPr>
          <p:cNvSpPr txBox="1"/>
          <p:nvPr/>
        </p:nvSpPr>
        <p:spPr>
          <a:xfrm>
            <a:off x="4541506" y="1872691"/>
            <a:ext cx="1979402" cy="369332"/>
          </a:xfrm>
          <a:prstGeom prst="rect">
            <a:avLst/>
          </a:prstGeom>
          <a:noFill/>
        </p:spPr>
        <p:txBody>
          <a:bodyPr wrap="square">
            <a:spAutoFit/>
          </a:bodyPr>
          <a:lstStyle/>
          <a:p>
            <a:r>
              <a:rPr lang="en-US" b="0"/>
              <a:t>CMA-ES</a:t>
            </a:r>
            <a:endParaRPr lang="en-US"/>
          </a:p>
        </p:txBody>
      </p:sp>
      <p:sp>
        <p:nvSpPr>
          <p:cNvPr id="50" name="TextBox 49">
            <a:extLst>
              <a:ext uri="{FF2B5EF4-FFF2-40B4-BE49-F238E27FC236}">
                <a16:creationId xmlns:a16="http://schemas.microsoft.com/office/drawing/2014/main" id="{BECD1F7B-DC2C-1BA6-8A13-0372BD408BA3}"/>
              </a:ext>
            </a:extLst>
          </p:cNvPr>
          <p:cNvSpPr txBox="1"/>
          <p:nvPr/>
        </p:nvSpPr>
        <p:spPr>
          <a:xfrm>
            <a:off x="4553629" y="5142552"/>
            <a:ext cx="3736709" cy="923330"/>
          </a:xfrm>
          <a:prstGeom prst="rect">
            <a:avLst/>
          </a:prstGeom>
          <a:noFill/>
        </p:spPr>
        <p:txBody>
          <a:bodyPr wrap="square">
            <a:spAutoFit/>
          </a:bodyPr>
          <a:lstStyle/>
          <a:p>
            <a:pPr marL="285750" indent="-285750">
              <a:buFont typeface="Arial" panose="020B0604020202020204" pitchFamily="34" charset="0"/>
              <a:buChar char="•"/>
            </a:pPr>
            <a:r>
              <a:rPr lang="en-US" b="1"/>
              <a:t>Evaluate span of solutions</a:t>
            </a:r>
          </a:p>
          <a:p>
            <a:pPr marL="285750" indent="-285750">
              <a:buFont typeface="Arial" panose="020B0604020202020204" pitchFamily="34" charset="0"/>
              <a:buChar char="•"/>
            </a:pPr>
            <a:r>
              <a:rPr lang="en-US"/>
              <a:t>Compute covariance matrix</a:t>
            </a:r>
          </a:p>
          <a:p>
            <a:pPr marL="285750" indent="-285750">
              <a:buFont typeface="Arial" panose="020B0604020202020204" pitchFamily="34" charset="0"/>
              <a:buChar char="•"/>
            </a:pPr>
            <a:r>
              <a:rPr lang="en-US"/>
              <a:t>Tighten solution space</a:t>
            </a:r>
          </a:p>
        </p:txBody>
      </p:sp>
      <p:sp>
        <p:nvSpPr>
          <p:cNvPr id="52" name="Oval 51">
            <a:extLst>
              <a:ext uri="{FF2B5EF4-FFF2-40B4-BE49-F238E27FC236}">
                <a16:creationId xmlns:a16="http://schemas.microsoft.com/office/drawing/2014/main" id="{BCF16828-BE50-276F-11D3-714772B219D0}"/>
              </a:ext>
            </a:extLst>
          </p:cNvPr>
          <p:cNvSpPr/>
          <p:nvPr/>
        </p:nvSpPr>
        <p:spPr>
          <a:xfrm>
            <a:off x="1621427" y="4070750"/>
            <a:ext cx="91440" cy="9144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54" name="Oval 53">
            <a:extLst>
              <a:ext uri="{FF2B5EF4-FFF2-40B4-BE49-F238E27FC236}">
                <a16:creationId xmlns:a16="http://schemas.microsoft.com/office/drawing/2014/main" id="{80CE622B-194F-D1EE-F1AA-8C59D3E668FD}"/>
              </a:ext>
            </a:extLst>
          </p:cNvPr>
          <p:cNvSpPr/>
          <p:nvPr/>
        </p:nvSpPr>
        <p:spPr>
          <a:xfrm>
            <a:off x="1644288" y="3607052"/>
            <a:ext cx="45719" cy="45719"/>
          </a:xfrm>
          <a:prstGeom prst="ellipse">
            <a:avLst/>
          </a:prstGeom>
          <a:solidFill>
            <a:schemeClr val="accent3"/>
          </a:solidFill>
          <a:ln>
            <a:solidFill>
              <a:schemeClr val="accent3"/>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56" name="Oval 55">
            <a:extLst>
              <a:ext uri="{FF2B5EF4-FFF2-40B4-BE49-F238E27FC236}">
                <a16:creationId xmlns:a16="http://schemas.microsoft.com/office/drawing/2014/main" id="{C7618334-4F82-CBA2-1CF4-034F34E39FAF}"/>
              </a:ext>
            </a:extLst>
          </p:cNvPr>
          <p:cNvSpPr/>
          <p:nvPr/>
        </p:nvSpPr>
        <p:spPr>
          <a:xfrm>
            <a:off x="2150758" y="3607052"/>
            <a:ext cx="45719" cy="45719"/>
          </a:xfrm>
          <a:prstGeom prst="ellipse">
            <a:avLst/>
          </a:prstGeom>
          <a:solidFill>
            <a:schemeClr val="accent3"/>
          </a:solidFill>
          <a:ln>
            <a:solidFill>
              <a:schemeClr val="accent3"/>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58" name="Oval 57">
            <a:extLst>
              <a:ext uri="{FF2B5EF4-FFF2-40B4-BE49-F238E27FC236}">
                <a16:creationId xmlns:a16="http://schemas.microsoft.com/office/drawing/2014/main" id="{50016D09-CBD1-8213-87ED-8936637A4A7E}"/>
              </a:ext>
            </a:extLst>
          </p:cNvPr>
          <p:cNvSpPr/>
          <p:nvPr/>
        </p:nvSpPr>
        <p:spPr>
          <a:xfrm>
            <a:off x="2150757" y="3162382"/>
            <a:ext cx="45719" cy="45719"/>
          </a:xfrm>
          <a:prstGeom prst="ellipse">
            <a:avLst/>
          </a:prstGeom>
          <a:solidFill>
            <a:schemeClr val="accent3"/>
          </a:solidFill>
          <a:ln>
            <a:solidFill>
              <a:schemeClr val="accent3"/>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60" name="Oval 59">
            <a:extLst>
              <a:ext uri="{FF2B5EF4-FFF2-40B4-BE49-F238E27FC236}">
                <a16:creationId xmlns:a16="http://schemas.microsoft.com/office/drawing/2014/main" id="{429C2BB6-D6B6-F5CA-19A0-EAEF32E8E7DF}"/>
              </a:ext>
            </a:extLst>
          </p:cNvPr>
          <p:cNvSpPr/>
          <p:nvPr/>
        </p:nvSpPr>
        <p:spPr>
          <a:xfrm>
            <a:off x="2665368" y="3162381"/>
            <a:ext cx="45719" cy="45719"/>
          </a:xfrm>
          <a:prstGeom prst="ellipse">
            <a:avLst/>
          </a:prstGeom>
          <a:solidFill>
            <a:schemeClr val="accent3"/>
          </a:solidFill>
          <a:ln>
            <a:solidFill>
              <a:schemeClr val="accent3"/>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62" name="Oval 61">
            <a:extLst>
              <a:ext uri="{FF2B5EF4-FFF2-40B4-BE49-F238E27FC236}">
                <a16:creationId xmlns:a16="http://schemas.microsoft.com/office/drawing/2014/main" id="{0A4AD5DC-039F-4C28-6105-2B76FE1E6D11}"/>
              </a:ext>
            </a:extLst>
          </p:cNvPr>
          <p:cNvSpPr/>
          <p:nvPr/>
        </p:nvSpPr>
        <p:spPr>
          <a:xfrm>
            <a:off x="2651078" y="2709363"/>
            <a:ext cx="91440" cy="91440"/>
          </a:xfrm>
          <a:prstGeom prst="ellipse">
            <a:avLst/>
          </a:prstGeom>
          <a:solidFill>
            <a:schemeClr val="accent6"/>
          </a:solidFill>
          <a:ln>
            <a:solidFill>
              <a:schemeClr val="accent6"/>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64" name="Right Brace 63">
            <a:extLst>
              <a:ext uri="{FF2B5EF4-FFF2-40B4-BE49-F238E27FC236}">
                <a16:creationId xmlns:a16="http://schemas.microsoft.com/office/drawing/2014/main" id="{F7181A99-7043-E4D5-0A87-F02F04E6DEE4}"/>
              </a:ext>
            </a:extLst>
          </p:cNvPr>
          <p:cNvSpPr/>
          <p:nvPr/>
        </p:nvSpPr>
        <p:spPr>
          <a:xfrm rot="10800000">
            <a:off x="1397313" y="3629911"/>
            <a:ext cx="135503" cy="495851"/>
          </a:xfrm>
          <a:prstGeom prst="rightBrace">
            <a:avLst/>
          </a:prstGeom>
          <a:noFill/>
          <a:ln>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6" name="Right Brace 65">
            <a:extLst>
              <a:ext uri="{FF2B5EF4-FFF2-40B4-BE49-F238E27FC236}">
                <a16:creationId xmlns:a16="http://schemas.microsoft.com/office/drawing/2014/main" id="{5A56D1D1-E7E6-21C8-4FD7-8BEC6AF3A451}"/>
              </a:ext>
            </a:extLst>
          </p:cNvPr>
          <p:cNvSpPr/>
          <p:nvPr/>
        </p:nvSpPr>
        <p:spPr>
          <a:xfrm rot="10800000">
            <a:off x="1935794" y="3181484"/>
            <a:ext cx="135503" cy="495851"/>
          </a:xfrm>
          <a:prstGeom prst="rightBrace">
            <a:avLst/>
          </a:prstGeom>
          <a:noFill/>
          <a:ln>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8" name="Right Brace 67">
            <a:extLst>
              <a:ext uri="{FF2B5EF4-FFF2-40B4-BE49-F238E27FC236}">
                <a16:creationId xmlns:a16="http://schemas.microsoft.com/office/drawing/2014/main" id="{F8E10B67-832A-FE78-B2A7-C2852323400F}"/>
              </a:ext>
            </a:extLst>
          </p:cNvPr>
          <p:cNvSpPr/>
          <p:nvPr/>
        </p:nvSpPr>
        <p:spPr>
          <a:xfrm rot="10800000">
            <a:off x="2482396" y="2747928"/>
            <a:ext cx="135503" cy="495851"/>
          </a:xfrm>
          <a:prstGeom prst="rightBrace">
            <a:avLst/>
          </a:prstGeom>
          <a:noFill/>
          <a:ln>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0" name="Right Brace 69">
            <a:extLst>
              <a:ext uri="{FF2B5EF4-FFF2-40B4-BE49-F238E27FC236}">
                <a16:creationId xmlns:a16="http://schemas.microsoft.com/office/drawing/2014/main" id="{F9775B8D-4428-F0F8-F454-CE7D40093302}"/>
              </a:ext>
            </a:extLst>
          </p:cNvPr>
          <p:cNvSpPr/>
          <p:nvPr/>
        </p:nvSpPr>
        <p:spPr>
          <a:xfrm rot="5400000">
            <a:off x="1868650" y="3539146"/>
            <a:ext cx="135503" cy="495851"/>
          </a:xfrm>
          <a:prstGeom prst="rightBrace">
            <a:avLst/>
          </a:prstGeom>
          <a:solidFill>
            <a:schemeClr val="bg1"/>
          </a:solidFill>
          <a:ln>
            <a:solidFill>
              <a:srgbClr val="00B0F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2" name="Right Brace 71">
            <a:extLst>
              <a:ext uri="{FF2B5EF4-FFF2-40B4-BE49-F238E27FC236}">
                <a16:creationId xmlns:a16="http://schemas.microsoft.com/office/drawing/2014/main" id="{70A01D72-EC11-2110-E8A1-A9D125CC4BC2}"/>
              </a:ext>
            </a:extLst>
          </p:cNvPr>
          <p:cNvSpPr/>
          <p:nvPr/>
        </p:nvSpPr>
        <p:spPr>
          <a:xfrm rot="5400000">
            <a:off x="2371019" y="3086318"/>
            <a:ext cx="135503" cy="495851"/>
          </a:xfrm>
          <a:prstGeom prst="rightBrace">
            <a:avLst/>
          </a:prstGeom>
          <a:solidFill>
            <a:schemeClr val="bg1"/>
          </a:solidFill>
          <a:ln>
            <a:solidFill>
              <a:srgbClr val="00B0F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41790550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5A76DC-1B38-6404-B860-1A90325378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AA6DF7-08EA-61F0-8533-C9C42DC77F7C}"/>
              </a:ext>
            </a:extLst>
          </p:cNvPr>
          <p:cNvSpPr>
            <a:spLocks noGrp="1"/>
          </p:cNvSpPr>
          <p:nvPr>
            <p:ph type="title"/>
          </p:nvPr>
        </p:nvSpPr>
        <p:spPr/>
        <p:txBody>
          <a:bodyPr/>
          <a:lstStyle/>
          <a:p>
            <a:r>
              <a:rPr lang="en-US">
                <a:latin typeface="Yu Gothic" panose="020B0400000000000000" pitchFamily="34" charset="-128"/>
                <a:ea typeface="Yu Gothic" panose="020B0400000000000000" pitchFamily="34" charset="-128"/>
              </a:rPr>
              <a:t>CMA-ES (</a:t>
            </a:r>
            <a:r>
              <a:rPr lang="fr-FR">
                <a:latin typeface="Yu Gothic" panose="020B0400000000000000" pitchFamily="34" charset="-128"/>
                <a:ea typeface="Yu Gothic" panose="020B0400000000000000" pitchFamily="34" charset="-128"/>
              </a:rPr>
              <a:t>Covariance matrix adaptation evolution strategy)</a:t>
            </a:r>
            <a:endParaRPr lang="en-US">
              <a:latin typeface="Yu Gothic" panose="020B0400000000000000" pitchFamily="34" charset="-128"/>
              <a:ea typeface="Yu Gothic" panose="020B0400000000000000" pitchFamily="34" charset="-128"/>
            </a:endParaRPr>
          </a:p>
        </p:txBody>
      </p:sp>
      <p:cxnSp>
        <p:nvCxnSpPr>
          <p:cNvPr id="3" name="Straight Connector 2">
            <a:extLst>
              <a:ext uri="{FF2B5EF4-FFF2-40B4-BE49-F238E27FC236}">
                <a16:creationId xmlns:a16="http://schemas.microsoft.com/office/drawing/2014/main" id="{24F0CAEF-C053-17DE-8BAA-95EC747396E2}"/>
              </a:ext>
            </a:extLst>
          </p:cNvPr>
          <p:cNvCxnSpPr/>
          <p:nvPr/>
        </p:nvCxnSpPr>
        <p:spPr>
          <a:xfrm>
            <a:off x="1068548" y="2386955"/>
            <a:ext cx="0" cy="2743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396F667B-34E2-9973-AB1B-5AD958287E8E}"/>
              </a:ext>
            </a:extLst>
          </p:cNvPr>
          <p:cNvCxnSpPr/>
          <p:nvPr/>
        </p:nvCxnSpPr>
        <p:spPr>
          <a:xfrm>
            <a:off x="484348" y="4606860"/>
            <a:ext cx="2743200" cy="0"/>
          </a:xfrm>
          <a:prstGeom prst="line">
            <a:avLst/>
          </a:prstGeom>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2C2EF31F-9A62-23CE-C5FE-E1B132EC0FE1}"/>
              </a:ext>
            </a:extLst>
          </p:cNvPr>
          <p:cNvSpPr txBox="1"/>
          <p:nvPr/>
        </p:nvSpPr>
        <p:spPr>
          <a:xfrm>
            <a:off x="1068548" y="4589866"/>
            <a:ext cx="1368538" cy="461665"/>
          </a:xfrm>
          <a:prstGeom prst="rect">
            <a:avLst/>
          </a:prstGeom>
          <a:noFill/>
        </p:spPr>
        <p:txBody>
          <a:bodyPr wrap="square">
            <a:spAutoFit/>
          </a:bodyPr>
          <a:lstStyle/>
          <a:p>
            <a:r>
              <a:rPr lang="en-US" sz="2400"/>
              <a:t>Param 2</a:t>
            </a:r>
          </a:p>
        </p:txBody>
      </p:sp>
      <p:sp>
        <p:nvSpPr>
          <p:cNvPr id="14" name="TextBox 13">
            <a:extLst>
              <a:ext uri="{FF2B5EF4-FFF2-40B4-BE49-F238E27FC236}">
                <a16:creationId xmlns:a16="http://schemas.microsoft.com/office/drawing/2014/main" id="{A9F2BD48-D0E1-AD91-58B6-F96E9A0FEF9E}"/>
              </a:ext>
            </a:extLst>
          </p:cNvPr>
          <p:cNvSpPr txBox="1"/>
          <p:nvPr/>
        </p:nvSpPr>
        <p:spPr>
          <a:xfrm rot="16200000">
            <a:off x="170775" y="3677029"/>
            <a:ext cx="1368538" cy="461665"/>
          </a:xfrm>
          <a:prstGeom prst="rect">
            <a:avLst/>
          </a:prstGeom>
          <a:noFill/>
        </p:spPr>
        <p:txBody>
          <a:bodyPr wrap="square">
            <a:spAutoFit/>
          </a:bodyPr>
          <a:lstStyle/>
          <a:p>
            <a:r>
              <a:rPr lang="en-US" sz="2400"/>
              <a:t>Param 1</a:t>
            </a:r>
          </a:p>
        </p:txBody>
      </p:sp>
      <p:cxnSp>
        <p:nvCxnSpPr>
          <p:cNvPr id="15" name="Straight Connector 14">
            <a:extLst>
              <a:ext uri="{FF2B5EF4-FFF2-40B4-BE49-F238E27FC236}">
                <a16:creationId xmlns:a16="http://schemas.microsoft.com/office/drawing/2014/main" id="{A7382134-7336-8AF3-79F0-C843E5914F30}"/>
              </a:ext>
            </a:extLst>
          </p:cNvPr>
          <p:cNvCxnSpPr/>
          <p:nvPr/>
        </p:nvCxnSpPr>
        <p:spPr>
          <a:xfrm>
            <a:off x="5867987" y="2388109"/>
            <a:ext cx="0" cy="2743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EF46B22B-67F7-70D2-2DB9-08911F81E7E3}"/>
              </a:ext>
            </a:extLst>
          </p:cNvPr>
          <p:cNvCxnSpPr/>
          <p:nvPr/>
        </p:nvCxnSpPr>
        <p:spPr>
          <a:xfrm>
            <a:off x="5283787" y="4608014"/>
            <a:ext cx="2743200" cy="0"/>
          </a:xfrm>
          <a:prstGeom prst="line">
            <a:avLst/>
          </a:prstGeom>
        </p:spPr>
        <p:style>
          <a:lnRef idx="1">
            <a:schemeClr val="accent1"/>
          </a:lnRef>
          <a:fillRef idx="0">
            <a:schemeClr val="accent1"/>
          </a:fillRef>
          <a:effectRef idx="0">
            <a:schemeClr val="accent1"/>
          </a:effectRef>
          <a:fontRef idx="minor">
            <a:schemeClr val="tx1"/>
          </a:fontRef>
        </p:style>
      </p:cxnSp>
      <p:sp>
        <p:nvSpPr>
          <p:cNvPr id="17" name="Oval 16">
            <a:extLst>
              <a:ext uri="{FF2B5EF4-FFF2-40B4-BE49-F238E27FC236}">
                <a16:creationId xmlns:a16="http://schemas.microsoft.com/office/drawing/2014/main" id="{7C73380E-433C-3B0A-A050-E0D1E56B22B1}"/>
              </a:ext>
            </a:extLst>
          </p:cNvPr>
          <p:cNvSpPr/>
          <p:nvPr/>
        </p:nvSpPr>
        <p:spPr>
          <a:xfrm>
            <a:off x="6853505" y="3350297"/>
            <a:ext cx="45719" cy="45719"/>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DEA9059F-F191-9C36-D4CB-63EC0F9BD0F2}"/>
              </a:ext>
            </a:extLst>
          </p:cNvPr>
          <p:cNvSpPr txBox="1"/>
          <p:nvPr/>
        </p:nvSpPr>
        <p:spPr>
          <a:xfrm>
            <a:off x="5867987" y="4591020"/>
            <a:ext cx="1368538" cy="461665"/>
          </a:xfrm>
          <a:prstGeom prst="rect">
            <a:avLst/>
          </a:prstGeom>
          <a:noFill/>
        </p:spPr>
        <p:txBody>
          <a:bodyPr wrap="square">
            <a:spAutoFit/>
          </a:bodyPr>
          <a:lstStyle/>
          <a:p>
            <a:r>
              <a:rPr lang="en-US" sz="2400"/>
              <a:t>Param 2</a:t>
            </a:r>
          </a:p>
        </p:txBody>
      </p:sp>
      <p:sp>
        <p:nvSpPr>
          <p:cNvPr id="23" name="TextBox 22">
            <a:extLst>
              <a:ext uri="{FF2B5EF4-FFF2-40B4-BE49-F238E27FC236}">
                <a16:creationId xmlns:a16="http://schemas.microsoft.com/office/drawing/2014/main" id="{2BE02A19-56FF-7B29-9ACA-39C867401194}"/>
              </a:ext>
            </a:extLst>
          </p:cNvPr>
          <p:cNvSpPr txBox="1"/>
          <p:nvPr/>
        </p:nvSpPr>
        <p:spPr>
          <a:xfrm rot="16200000">
            <a:off x="4970214" y="3678183"/>
            <a:ext cx="1368538" cy="461665"/>
          </a:xfrm>
          <a:prstGeom prst="rect">
            <a:avLst/>
          </a:prstGeom>
          <a:noFill/>
        </p:spPr>
        <p:txBody>
          <a:bodyPr wrap="square">
            <a:spAutoFit/>
          </a:bodyPr>
          <a:lstStyle/>
          <a:p>
            <a:r>
              <a:rPr lang="en-US" sz="2400"/>
              <a:t>Param 1</a:t>
            </a:r>
          </a:p>
        </p:txBody>
      </p:sp>
      <p:sp>
        <p:nvSpPr>
          <p:cNvPr id="24" name="Oval 23">
            <a:extLst>
              <a:ext uri="{FF2B5EF4-FFF2-40B4-BE49-F238E27FC236}">
                <a16:creationId xmlns:a16="http://schemas.microsoft.com/office/drawing/2014/main" id="{103231B9-310D-BAE4-E57D-14E95BC198BC}"/>
              </a:ext>
            </a:extLst>
          </p:cNvPr>
          <p:cNvSpPr/>
          <p:nvPr/>
        </p:nvSpPr>
        <p:spPr>
          <a:xfrm rot="2440233">
            <a:off x="6078423" y="2635206"/>
            <a:ext cx="2006599" cy="1663698"/>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C70EFD7C-E7F4-82C8-D3FD-05B64DC02A2C}"/>
              </a:ext>
            </a:extLst>
          </p:cNvPr>
          <p:cNvSpPr/>
          <p:nvPr/>
        </p:nvSpPr>
        <p:spPr>
          <a:xfrm>
            <a:off x="6552256" y="2798558"/>
            <a:ext cx="45719" cy="45719"/>
          </a:xfrm>
          <a:prstGeom prst="ellipse">
            <a:avLst/>
          </a:prstGeom>
          <a:solidFill>
            <a:schemeClr val="accent3"/>
          </a:solidFill>
          <a:ln>
            <a:solidFill>
              <a:schemeClr val="accent3"/>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75747E77-120E-C6BB-084A-F188E5270C71}"/>
              </a:ext>
            </a:extLst>
          </p:cNvPr>
          <p:cNvSpPr/>
          <p:nvPr/>
        </p:nvSpPr>
        <p:spPr>
          <a:xfrm>
            <a:off x="7000354" y="2908096"/>
            <a:ext cx="45719" cy="45719"/>
          </a:xfrm>
          <a:prstGeom prst="ellipse">
            <a:avLst/>
          </a:prstGeom>
          <a:solidFill>
            <a:schemeClr val="accent3"/>
          </a:solidFill>
          <a:ln>
            <a:solidFill>
              <a:schemeClr val="accent3"/>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A4DC6A2E-9EF5-D6F1-8C7C-76E8B42F50E4}"/>
              </a:ext>
            </a:extLst>
          </p:cNvPr>
          <p:cNvSpPr/>
          <p:nvPr/>
        </p:nvSpPr>
        <p:spPr>
          <a:xfrm>
            <a:off x="6597975" y="3408158"/>
            <a:ext cx="45719" cy="45719"/>
          </a:xfrm>
          <a:prstGeom prst="ellipse">
            <a:avLst/>
          </a:prstGeom>
          <a:solidFill>
            <a:schemeClr val="accent3"/>
          </a:solidFill>
          <a:ln>
            <a:solidFill>
              <a:schemeClr val="accent3"/>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04A7077B-1CE6-37B6-F764-3605AF2712AA}"/>
              </a:ext>
            </a:extLst>
          </p:cNvPr>
          <p:cNvSpPr/>
          <p:nvPr/>
        </p:nvSpPr>
        <p:spPr>
          <a:xfrm>
            <a:off x="7000353" y="3830169"/>
            <a:ext cx="45719" cy="45719"/>
          </a:xfrm>
          <a:prstGeom prst="ellipse">
            <a:avLst/>
          </a:prstGeom>
          <a:solidFill>
            <a:schemeClr val="accent3"/>
          </a:solidFill>
          <a:ln>
            <a:solidFill>
              <a:schemeClr val="accent3"/>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610DC7BF-8880-0CA7-B222-5F9972AEA914}"/>
              </a:ext>
            </a:extLst>
          </p:cNvPr>
          <p:cNvSpPr/>
          <p:nvPr/>
        </p:nvSpPr>
        <p:spPr>
          <a:xfrm>
            <a:off x="6317109" y="3218880"/>
            <a:ext cx="45719" cy="45719"/>
          </a:xfrm>
          <a:prstGeom prst="ellipse">
            <a:avLst/>
          </a:prstGeom>
          <a:solidFill>
            <a:schemeClr val="accent3"/>
          </a:solidFill>
          <a:ln>
            <a:solidFill>
              <a:schemeClr val="accent3"/>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F79C5E14-D652-E714-45D4-86BF6A976389}"/>
              </a:ext>
            </a:extLst>
          </p:cNvPr>
          <p:cNvSpPr/>
          <p:nvPr/>
        </p:nvSpPr>
        <p:spPr>
          <a:xfrm>
            <a:off x="7471841" y="3264599"/>
            <a:ext cx="45719" cy="45719"/>
          </a:xfrm>
          <a:prstGeom prst="ellipse">
            <a:avLst/>
          </a:prstGeom>
          <a:solidFill>
            <a:schemeClr val="accent3"/>
          </a:solidFill>
          <a:ln>
            <a:solidFill>
              <a:schemeClr val="accent3"/>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B43350BF-9FD4-3C2F-1798-D296D78B92A2}"/>
              </a:ext>
            </a:extLst>
          </p:cNvPr>
          <p:cNvSpPr/>
          <p:nvPr/>
        </p:nvSpPr>
        <p:spPr>
          <a:xfrm>
            <a:off x="7600006" y="3939417"/>
            <a:ext cx="45719" cy="45719"/>
          </a:xfrm>
          <a:prstGeom prst="ellipse">
            <a:avLst/>
          </a:prstGeom>
          <a:solidFill>
            <a:schemeClr val="accent3"/>
          </a:solidFill>
          <a:ln>
            <a:solidFill>
              <a:schemeClr val="accent3"/>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3416E64F-E926-F03B-B8CF-507E6D21113D}"/>
              </a:ext>
            </a:extLst>
          </p:cNvPr>
          <p:cNvSpPr/>
          <p:nvPr/>
        </p:nvSpPr>
        <p:spPr>
          <a:xfrm>
            <a:off x="7196395" y="3467055"/>
            <a:ext cx="45719" cy="45719"/>
          </a:xfrm>
          <a:prstGeom prst="ellipse">
            <a:avLst/>
          </a:prstGeom>
          <a:solidFill>
            <a:schemeClr val="accent3"/>
          </a:solidFill>
          <a:ln>
            <a:solidFill>
              <a:schemeClr val="accent3"/>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CC0F218D-75CC-50CA-D5A4-4F4F84AF687D}"/>
              </a:ext>
            </a:extLst>
          </p:cNvPr>
          <p:cNvSpPr/>
          <p:nvPr/>
        </p:nvSpPr>
        <p:spPr>
          <a:xfrm>
            <a:off x="6632527" y="3858034"/>
            <a:ext cx="45719" cy="45719"/>
          </a:xfrm>
          <a:prstGeom prst="ellipse">
            <a:avLst/>
          </a:prstGeom>
          <a:solidFill>
            <a:schemeClr val="accent3"/>
          </a:solidFill>
          <a:ln>
            <a:solidFill>
              <a:schemeClr val="accent3"/>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44" name="TextBox 43">
            <a:extLst>
              <a:ext uri="{FF2B5EF4-FFF2-40B4-BE49-F238E27FC236}">
                <a16:creationId xmlns:a16="http://schemas.microsoft.com/office/drawing/2014/main" id="{4052480E-306B-58CB-99A1-510DBEB09122}"/>
              </a:ext>
            </a:extLst>
          </p:cNvPr>
          <p:cNvSpPr txBox="1"/>
          <p:nvPr/>
        </p:nvSpPr>
        <p:spPr>
          <a:xfrm>
            <a:off x="763116" y="1872691"/>
            <a:ext cx="1979402" cy="369332"/>
          </a:xfrm>
          <a:prstGeom prst="rect">
            <a:avLst/>
          </a:prstGeom>
          <a:noFill/>
        </p:spPr>
        <p:txBody>
          <a:bodyPr wrap="square">
            <a:spAutoFit/>
          </a:bodyPr>
          <a:lstStyle/>
          <a:p>
            <a:r>
              <a:rPr lang="en-US" b="0"/>
              <a:t>Coordinate Search</a:t>
            </a:r>
            <a:endParaRPr lang="en-US"/>
          </a:p>
        </p:txBody>
      </p:sp>
      <p:sp>
        <p:nvSpPr>
          <p:cNvPr id="46" name="TextBox 45">
            <a:extLst>
              <a:ext uri="{FF2B5EF4-FFF2-40B4-BE49-F238E27FC236}">
                <a16:creationId xmlns:a16="http://schemas.microsoft.com/office/drawing/2014/main" id="{A60761FD-145D-A17B-61F3-82FDCBE0DD2E}"/>
              </a:ext>
            </a:extLst>
          </p:cNvPr>
          <p:cNvSpPr txBox="1"/>
          <p:nvPr/>
        </p:nvSpPr>
        <p:spPr>
          <a:xfrm>
            <a:off x="484347" y="5141398"/>
            <a:ext cx="2963931" cy="923330"/>
          </a:xfrm>
          <a:prstGeom prst="rect">
            <a:avLst/>
          </a:prstGeom>
          <a:noFill/>
        </p:spPr>
        <p:txBody>
          <a:bodyPr wrap="square">
            <a:spAutoFit/>
          </a:bodyPr>
          <a:lstStyle/>
          <a:p>
            <a:pPr marL="285750" indent="-285750">
              <a:buFont typeface="Arial" panose="020B0604020202020204" pitchFamily="34" charset="0"/>
              <a:buChar char="•"/>
            </a:pPr>
            <a:r>
              <a:rPr lang="en-US" b="0"/>
              <a:t>Iterate each param</a:t>
            </a:r>
          </a:p>
          <a:p>
            <a:pPr marL="285750" indent="-285750">
              <a:buFont typeface="Arial" panose="020B0604020202020204" pitchFamily="34" charset="0"/>
              <a:buChar char="•"/>
            </a:pPr>
            <a:r>
              <a:rPr lang="en-US"/>
              <a:t>Check down() and up()</a:t>
            </a:r>
          </a:p>
          <a:p>
            <a:pPr marL="285750" indent="-285750">
              <a:buFont typeface="Arial" panose="020B0604020202020204" pitchFamily="34" charset="0"/>
              <a:buChar char="•"/>
            </a:pPr>
            <a:r>
              <a:rPr lang="en-US"/>
              <a:t>Save faster() or slower()</a:t>
            </a:r>
          </a:p>
        </p:txBody>
      </p:sp>
      <p:sp>
        <p:nvSpPr>
          <p:cNvPr id="48" name="TextBox 47">
            <a:extLst>
              <a:ext uri="{FF2B5EF4-FFF2-40B4-BE49-F238E27FC236}">
                <a16:creationId xmlns:a16="http://schemas.microsoft.com/office/drawing/2014/main" id="{AAD7C862-50A9-1C83-A4D1-8A90875C9651}"/>
              </a:ext>
            </a:extLst>
          </p:cNvPr>
          <p:cNvSpPr txBox="1"/>
          <p:nvPr/>
        </p:nvSpPr>
        <p:spPr>
          <a:xfrm>
            <a:off x="4541506" y="1872691"/>
            <a:ext cx="1979402" cy="369332"/>
          </a:xfrm>
          <a:prstGeom prst="rect">
            <a:avLst/>
          </a:prstGeom>
          <a:noFill/>
        </p:spPr>
        <p:txBody>
          <a:bodyPr wrap="square">
            <a:spAutoFit/>
          </a:bodyPr>
          <a:lstStyle/>
          <a:p>
            <a:r>
              <a:rPr lang="en-US" b="0"/>
              <a:t>CMA-ES</a:t>
            </a:r>
            <a:endParaRPr lang="en-US"/>
          </a:p>
        </p:txBody>
      </p:sp>
      <p:sp>
        <p:nvSpPr>
          <p:cNvPr id="50" name="TextBox 49">
            <a:extLst>
              <a:ext uri="{FF2B5EF4-FFF2-40B4-BE49-F238E27FC236}">
                <a16:creationId xmlns:a16="http://schemas.microsoft.com/office/drawing/2014/main" id="{2B3690B5-62D7-436C-6683-96240232B2EA}"/>
              </a:ext>
            </a:extLst>
          </p:cNvPr>
          <p:cNvSpPr txBox="1"/>
          <p:nvPr/>
        </p:nvSpPr>
        <p:spPr>
          <a:xfrm>
            <a:off x="4553629" y="5142552"/>
            <a:ext cx="3736709" cy="923330"/>
          </a:xfrm>
          <a:prstGeom prst="rect">
            <a:avLst/>
          </a:prstGeom>
          <a:noFill/>
        </p:spPr>
        <p:txBody>
          <a:bodyPr wrap="square">
            <a:spAutoFit/>
          </a:bodyPr>
          <a:lstStyle/>
          <a:p>
            <a:pPr marL="285750" indent="-285750">
              <a:buFont typeface="Arial" panose="020B0604020202020204" pitchFamily="34" charset="0"/>
              <a:buChar char="•"/>
            </a:pPr>
            <a:r>
              <a:rPr lang="en-US"/>
              <a:t>Evaluate span of solutions</a:t>
            </a:r>
          </a:p>
          <a:p>
            <a:pPr marL="285750" indent="-285750">
              <a:buFont typeface="Arial" panose="020B0604020202020204" pitchFamily="34" charset="0"/>
              <a:buChar char="•"/>
            </a:pPr>
            <a:r>
              <a:rPr lang="en-US" b="1"/>
              <a:t>Compute covariance matrix</a:t>
            </a:r>
          </a:p>
          <a:p>
            <a:pPr marL="285750" indent="-285750">
              <a:buFont typeface="Arial" panose="020B0604020202020204" pitchFamily="34" charset="0"/>
              <a:buChar char="•"/>
            </a:pPr>
            <a:r>
              <a:rPr lang="en-US"/>
              <a:t>Tighten solution space</a:t>
            </a:r>
          </a:p>
        </p:txBody>
      </p:sp>
      <p:sp>
        <p:nvSpPr>
          <p:cNvPr id="43" name="Oval 42">
            <a:extLst>
              <a:ext uri="{FF2B5EF4-FFF2-40B4-BE49-F238E27FC236}">
                <a16:creationId xmlns:a16="http://schemas.microsoft.com/office/drawing/2014/main" id="{72D61A58-7A3D-D032-3BFA-683E1199EC2D}"/>
              </a:ext>
            </a:extLst>
          </p:cNvPr>
          <p:cNvSpPr/>
          <p:nvPr/>
        </p:nvSpPr>
        <p:spPr>
          <a:xfrm>
            <a:off x="1621427" y="4070750"/>
            <a:ext cx="91440" cy="9144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CCE89B1F-3297-2625-8E9B-C405E5567104}"/>
              </a:ext>
            </a:extLst>
          </p:cNvPr>
          <p:cNvSpPr/>
          <p:nvPr/>
        </p:nvSpPr>
        <p:spPr>
          <a:xfrm>
            <a:off x="1644288" y="3607052"/>
            <a:ext cx="45719" cy="45719"/>
          </a:xfrm>
          <a:prstGeom prst="ellipse">
            <a:avLst/>
          </a:prstGeom>
          <a:solidFill>
            <a:schemeClr val="accent3"/>
          </a:solidFill>
          <a:ln>
            <a:solidFill>
              <a:schemeClr val="accent3"/>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E786545B-03DA-B7C4-9FD5-ADFA4FC6FE8C}"/>
              </a:ext>
            </a:extLst>
          </p:cNvPr>
          <p:cNvSpPr/>
          <p:nvPr/>
        </p:nvSpPr>
        <p:spPr>
          <a:xfrm>
            <a:off x="2150758" y="3607052"/>
            <a:ext cx="45719" cy="45719"/>
          </a:xfrm>
          <a:prstGeom prst="ellipse">
            <a:avLst/>
          </a:prstGeom>
          <a:solidFill>
            <a:schemeClr val="accent3"/>
          </a:solidFill>
          <a:ln>
            <a:solidFill>
              <a:schemeClr val="accent3"/>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53" name="Oval 52">
            <a:extLst>
              <a:ext uri="{FF2B5EF4-FFF2-40B4-BE49-F238E27FC236}">
                <a16:creationId xmlns:a16="http://schemas.microsoft.com/office/drawing/2014/main" id="{2385F6CB-83D1-962F-2D8E-856291B5EACE}"/>
              </a:ext>
            </a:extLst>
          </p:cNvPr>
          <p:cNvSpPr/>
          <p:nvPr/>
        </p:nvSpPr>
        <p:spPr>
          <a:xfrm>
            <a:off x="2150757" y="3162382"/>
            <a:ext cx="45719" cy="45719"/>
          </a:xfrm>
          <a:prstGeom prst="ellipse">
            <a:avLst/>
          </a:prstGeom>
          <a:solidFill>
            <a:schemeClr val="accent3"/>
          </a:solidFill>
          <a:ln>
            <a:solidFill>
              <a:schemeClr val="accent3"/>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55" name="Oval 54">
            <a:extLst>
              <a:ext uri="{FF2B5EF4-FFF2-40B4-BE49-F238E27FC236}">
                <a16:creationId xmlns:a16="http://schemas.microsoft.com/office/drawing/2014/main" id="{DFC8EDA5-EE95-F784-090B-887829BA55E9}"/>
              </a:ext>
            </a:extLst>
          </p:cNvPr>
          <p:cNvSpPr/>
          <p:nvPr/>
        </p:nvSpPr>
        <p:spPr>
          <a:xfrm>
            <a:off x="2665368" y="3162381"/>
            <a:ext cx="45719" cy="45719"/>
          </a:xfrm>
          <a:prstGeom prst="ellipse">
            <a:avLst/>
          </a:prstGeom>
          <a:solidFill>
            <a:schemeClr val="accent3"/>
          </a:solidFill>
          <a:ln>
            <a:solidFill>
              <a:schemeClr val="accent3"/>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57" name="Oval 56">
            <a:extLst>
              <a:ext uri="{FF2B5EF4-FFF2-40B4-BE49-F238E27FC236}">
                <a16:creationId xmlns:a16="http://schemas.microsoft.com/office/drawing/2014/main" id="{D2410C3C-77DB-2397-D21A-8224B2A2530F}"/>
              </a:ext>
            </a:extLst>
          </p:cNvPr>
          <p:cNvSpPr/>
          <p:nvPr/>
        </p:nvSpPr>
        <p:spPr>
          <a:xfrm>
            <a:off x="2651078" y="2709363"/>
            <a:ext cx="91440" cy="91440"/>
          </a:xfrm>
          <a:prstGeom prst="ellipse">
            <a:avLst/>
          </a:prstGeom>
          <a:solidFill>
            <a:schemeClr val="accent6"/>
          </a:solidFill>
          <a:ln>
            <a:solidFill>
              <a:schemeClr val="accent6"/>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59" name="Right Brace 58">
            <a:extLst>
              <a:ext uri="{FF2B5EF4-FFF2-40B4-BE49-F238E27FC236}">
                <a16:creationId xmlns:a16="http://schemas.microsoft.com/office/drawing/2014/main" id="{4065544D-4A53-8065-6A6A-3EA13AE8615C}"/>
              </a:ext>
            </a:extLst>
          </p:cNvPr>
          <p:cNvSpPr/>
          <p:nvPr/>
        </p:nvSpPr>
        <p:spPr>
          <a:xfrm rot="10800000">
            <a:off x="1397313" y="3629911"/>
            <a:ext cx="135503" cy="495851"/>
          </a:xfrm>
          <a:prstGeom prst="rightBrace">
            <a:avLst/>
          </a:prstGeom>
          <a:noFill/>
          <a:ln>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1" name="Right Brace 60">
            <a:extLst>
              <a:ext uri="{FF2B5EF4-FFF2-40B4-BE49-F238E27FC236}">
                <a16:creationId xmlns:a16="http://schemas.microsoft.com/office/drawing/2014/main" id="{7DFA8FB0-22B2-D30F-6CED-8DD37362289B}"/>
              </a:ext>
            </a:extLst>
          </p:cNvPr>
          <p:cNvSpPr/>
          <p:nvPr/>
        </p:nvSpPr>
        <p:spPr>
          <a:xfrm rot="10800000">
            <a:off x="1935794" y="3181484"/>
            <a:ext cx="135503" cy="495851"/>
          </a:xfrm>
          <a:prstGeom prst="rightBrace">
            <a:avLst/>
          </a:prstGeom>
          <a:noFill/>
          <a:ln>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3" name="Right Brace 62">
            <a:extLst>
              <a:ext uri="{FF2B5EF4-FFF2-40B4-BE49-F238E27FC236}">
                <a16:creationId xmlns:a16="http://schemas.microsoft.com/office/drawing/2014/main" id="{EF6BDA13-2479-071F-B8AA-FDA28EAAA5F2}"/>
              </a:ext>
            </a:extLst>
          </p:cNvPr>
          <p:cNvSpPr/>
          <p:nvPr/>
        </p:nvSpPr>
        <p:spPr>
          <a:xfrm rot="10800000">
            <a:off x="2482396" y="2747928"/>
            <a:ext cx="135503" cy="495851"/>
          </a:xfrm>
          <a:prstGeom prst="rightBrace">
            <a:avLst/>
          </a:prstGeom>
          <a:noFill/>
          <a:ln>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5" name="Right Brace 64">
            <a:extLst>
              <a:ext uri="{FF2B5EF4-FFF2-40B4-BE49-F238E27FC236}">
                <a16:creationId xmlns:a16="http://schemas.microsoft.com/office/drawing/2014/main" id="{B8C44674-1933-F220-48E8-69E3DD72B73C}"/>
              </a:ext>
            </a:extLst>
          </p:cNvPr>
          <p:cNvSpPr/>
          <p:nvPr/>
        </p:nvSpPr>
        <p:spPr>
          <a:xfrm rot="5400000">
            <a:off x="1868650" y="3539146"/>
            <a:ext cx="135503" cy="495851"/>
          </a:xfrm>
          <a:prstGeom prst="rightBrace">
            <a:avLst/>
          </a:prstGeom>
          <a:solidFill>
            <a:schemeClr val="bg1"/>
          </a:solidFill>
          <a:ln>
            <a:solidFill>
              <a:srgbClr val="00B0F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7" name="Right Brace 66">
            <a:extLst>
              <a:ext uri="{FF2B5EF4-FFF2-40B4-BE49-F238E27FC236}">
                <a16:creationId xmlns:a16="http://schemas.microsoft.com/office/drawing/2014/main" id="{80EA40F6-DED0-0E6F-054C-136E4E73CE90}"/>
              </a:ext>
            </a:extLst>
          </p:cNvPr>
          <p:cNvSpPr/>
          <p:nvPr/>
        </p:nvSpPr>
        <p:spPr>
          <a:xfrm rot="5400000">
            <a:off x="2371019" y="3086318"/>
            <a:ext cx="135503" cy="495851"/>
          </a:xfrm>
          <a:prstGeom prst="rightBrace">
            <a:avLst/>
          </a:prstGeom>
          <a:solidFill>
            <a:schemeClr val="bg1"/>
          </a:solidFill>
          <a:ln>
            <a:solidFill>
              <a:srgbClr val="00B0F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71" name="Picture 70">
            <a:extLst>
              <a:ext uri="{FF2B5EF4-FFF2-40B4-BE49-F238E27FC236}">
                <a16:creationId xmlns:a16="http://schemas.microsoft.com/office/drawing/2014/main" id="{AED0BA94-A0DF-478C-7E14-3FB4C15F214E}"/>
              </a:ext>
            </a:extLst>
          </p:cNvPr>
          <p:cNvPicPr>
            <a:picLocks noChangeAspect="1"/>
          </p:cNvPicPr>
          <p:nvPr/>
        </p:nvPicPr>
        <p:blipFill>
          <a:blip r:embed="rId3"/>
          <a:stretch>
            <a:fillRect/>
          </a:stretch>
        </p:blipFill>
        <p:spPr>
          <a:xfrm>
            <a:off x="7196395" y="1812959"/>
            <a:ext cx="2743583" cy="609685"/>
          </a:xfrm>
          <a:prstGeom prst="rect">
            <a:avLst/>
          </a:prstGeom>
        </p:spPr>
      </p:pic>
    </p:spTree>
    <p:extLst>
      <p:ext uri="{BB962C8B-B14F-4D97-AF65-F5344CB8AC3E}">
        <p14:creationId xmlns:p14="http://schemas.microsoft.com/office/powerpoint/2010/main" val="9461308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AEB704-298C-4EF2-268C-3545B936A9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8E4E35-F575-B85E-7FAF-0803702BB499}"/>
              </a:ext>
            </a:extLst>
          </p:cNvPr>
          <p:cNvSpPr>
            <a:spLocks noGrp="1"/>
          </p:cNvSpPr>
          <p:nvPr>
            <p:ph type="title"/>
          </p:nvPr>
        </p:nvSpPr>
        <p:spPr/>
        <p:txBody>
          <a:bodyPr/>
          <a:lstStyle/>
          <a:p>
            <a:r>
              <a:rPr lang="en-US">
                <a:latin typeface="Yu Gothic" panose="020B0400000000000000" pitchFamily="34" charset="-128"/>
                <a:ea typeface="Yu Gothic" panose="020B0400000000000000" pitchFamily="34" charset="-128"/>
              </a:rPr>
              <a:t>CMA-ES (</a:t>
            </a:r>
            <a:r>
              <a:rPr lang="fr-FR">
                <a:latin typeface="Yu Gothic" panose="020B0400000000000000" pitchFamily="34" charset="-128"/>
                <a:ea typeface="Yu Gothic" panose="020B0400000000000000" pitchFamily="34" charset="-128"/>
              </a:rPr>
              <a:t>Covariance matrix adaptation evolution strategy)</a:t>
            </a:r>
            <a:endParaRPr lang="en-US">
              <a:latin typeface="Yu Gothic" panose="020B0400000000000000" pitchFamily="34" charset="-128"/>
              <a:ea typeface="Yu Gothic" panose="020B0400000000000000" pitchFamily="34" charset="-128"/>
            </a:endParaRPr>
          </a:p>
        </p:txBody>
      </p:sp>
      <p:cxnSp>
        <p:nvCxnSpPr>
          <p:cNvPr id="3" name="Straight Connector 2">
            <a:extLst>
              <a:ext uri="{FF2B5EF4-FFF2-40B4-BE49-F238E27FC236}">
                <a16:creationId xmlns:a16="http://schemas.microsoft.com/office/drawing/2014/main" id="{C6139DC5-1F3E-1D64-8510-B4D3A5CC675E}"/>
              </a:ext>
            </a:extLst>
          </p:cNvPr>
          <p:cNvCxnSpPr/>
          <p:nvPr/>
        </p:nvCxnSpPr>
        <p:spPr>
          <a:xfrm>
            <a:off x="1068548" y="2386955"/>
            <a:ext cx="0" cy="2743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3212C7F4-9BE7-8091-4E06-3DF817FC96B8}"/>
              </a:ext>
            </a:extLst>
          </p:cNvPr>
          <p:cNvCxnSpPr/>
          <p:nvPr/>
        </p:nvCxnSpPr>
        <p:spPr>
          <a:xfrm>
            <a:off x="484348" y="4606860"/>
            <a:ext cx="2743200" cy="0"/>
          </a:xfrm>
          <a:prstGeom prst="line">
            <a:avLst/>
          </a:prstGeom>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5A2AAF04-C823-DC9D-FB84-EF478CDF8C82}"/>
              </a:ext>
            </a:extLst>
          </p:cNvPr>
          <p:cNvSpPr txBox="1"/>
          <p:nvPr/>
        </p:nvSpPr>
        <p:spPr>
          <a:xfrm>
            <a:off x="1068548" y="4589866"/>
            <a:ext cx="1368538" cy="461665"/>
          </a:xfrm>
          <a:prstGeom prst="rect">
            <a:avLst/>
          </a:prstGeom>
          <a:noFill/>
        </p:spPr>
        <p:txBody>
          <a:bodyPr wrap="square">
            <a:spAutoFit/>
          </a:bodyPr>
          <a:lstStyle/>
          <a:p>
            <a:r>
              <a:rPr lang="en-US" sz="2400"/>
              <a:t>Param 2</a:t>
            </a:r>
          </a:p>
        </p:txBody>
      </p:sp>
      <p:sp>
        <p:nvSpPr>
          <p:cNvPr id="14" name="TextBox 13">
            <a:extLst>
              <a:ext uri="{FF2B5EF4-FFF2-40B4-BE49-F238E27FC236}">
                <a16:creationId xmlns:a16="http://schemas.microsoft.com/office/drawing/2014/main" id="{AC72C86E-DAD4-6AF0-F507-D74C86FDADFC}"/>
              </a:ext>
            </a:extLst>
          </p:cNvPr>
          <p:cNvSpPr txBox="1"/>
          <p:nvPr/>
        </p:nvSpPr>
        <p:spPr>
          <a:xfrm rot="16200000">
            <a:off x="170775" y="3677029"/>
            <a:ext cx="1368538" cy="461665"/>
          </a:xfrm>
          <a:prstGeom prst="rect">
            <a:avLst/>
          </a:prstGeom>
          <a:noFill/>
        </p:spPr>
        <p:txBody>
          <a:bodyPr wrap="square">
            <a:spAutoFit/>
          </a:bodyPr>
          <a:lstStyle/>
          <a:p>
            <a:r>
              <a:rPr lang="en-US" sz="2400"/>
              <a:t>Param 1</a:t>
            </a:r>
          </a:p>
        </p:txBody>
      </p:sp>
      <p:cxnSp>
        <p:nvCxnSpPr>
          <p:cNvPr id="15" name="Straight Connector 14">
            <a:extLst>
              <a:ext uri="{FF2B5EF4-FFF2-40B4-BE49-F238E27FC236}">
                <a16:creationId xmlns:a16="http://schemas.microsoft.com/office/drawing/2014/main" id="{F4390E4F-CCE0-4807-243C-004A7E235FA8}"/>
              </a:ext>
            </a:extLst>
          </p:cNvPr>
          <p:cNvCxnSpPr/>
          <p:nvPr/>
        </p:nvCxnSpPr>
        <p:spPr>
          <a:xfrm>
            <a:off x="5867987" y="2388109"/>
            <a:ext cx="0" cy="2743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670207CA-5B4F-CE6A-C05B-1CB8CD39C0BE}"/>
              </a:ext>
            </a:extLst>
          </p:cNvPr>
          <p:cNvCxnSpPr/>
          <p:nvPr/>
        </p:nvCxnSpPr>
        <p:spPr>
          <a:xfrm>
            <a:off x="5283787" y="4608014"/>
            <a:ext cx="2743200" cy="0"/>
          </a:xfrm>
          <a:prstGeom prst="line">
            <a:avLst/>
          </a:prstGeom>
        </p:spPr>
        <p:style>
          <a:lnRef idx="1">
            <a:schemeClr val="accent1"/>
          </a:lnRef>
          <a:fillRef idx="0">
            <a:schemeClr val="accent1"/>
          </a:fillRef>
          <a:effectRef idx="0">
            <a:schemeClr val="accent1"/>
          </a:effectRef>
          <a:fontRef idx="minor">
            <a:schemeClr val="tx1"/>
          </a:fontRef>
        </p:style>
      </p:cxnSp>
      <p:sp>
        <p:nvSpPr>
          <p:cNvPr id="17" name="Oval 16">
            <a:extLst>
              <a:ext uri="{FF2B5EF4-FFF2-40B4-BE49-F238E27FC236}">
                <a16:creationId xmlns:a16="http://schemas.microsoft.com/office/drawing/2014/main" id="{DE84D473-72FF-51DF-0AD0-3CFB347B8A6E}"/>
              </a:ext>
            </a:extLst>
          </p:cNvPr>
          <p:cNvSpPr/>
          <p:nvPr/>
        </p:nvSpPr>
        <p:spPr>
          <a:xfrm>
            <a:off x="6853505" y="3350297"/>
            <a:ext cx="45719" cy="45719"/>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B1074AC8-30D0-56E9-B4D1-B03493E00BB8}"/>
              </a:ext>
            </a:extLst>
          </p:cNvPr>
          <p:cNvSpPr txBox="1"/>
          <p:nvPr/>
        </p:nvSpPr>
        <p:spPr>
          <a:xfrm>
            <a:off x="5867987" y="4591020"/>
            <a:ext cx="1368538" cy="461665"/>
          </a:xfrm>
          <a:prstGeom prst="rect">
            <a:avLst/>
          </a:prstGeom>
          <a:noFill/>
        </p:spPr>
        <p:txBody>
          <a:bodyPr wrap="square">
            <a:spAutoFit/>
          </a:bodyPr>
          <a:lstStyle/>
          <a:p>
            <a:r>
              <a:rPr lang="en-US" sz="2400"/>
              <a:t>Param 2</a:t>
            </a:r>
          </a:p>
        </p:txBody>
      </p:sp>
      <p:sp>
        <p:nvSpPr>
          <p:cNvPr id="23" name="TextBox 22">
            <a:extLst>
              <a:ext uri="{FF2B5EF4-FFF2-40B4-BE49-F238E27FC236}">
                <a16:creationId xmlns:a16="http://schemas.microsoft.com/office/drawing/2014/main" id="{4028981B-1A19-B61A-B532-717BCB310A1D}"/>
              </a:ext>
            </a:extLst>
          </p:cNvPr>
          <p:cNvSpPr txBox="1"/>
          <p:nvPr/>
        </p:nvSpPr>
        <p:spPr>
          <a:xfrm rot="16200000">
            <a:off x="4970214" y="3678183"/>
            <a:ext cx="1368538" cy="461665"/>
          </a:xfrm>
          <a:prstGeom prst="rect">
            <a:avLst/>
          </a:prstGeom>
          <a:noFill/>
        </p:spPr>
        <p:txBody>
          <a:bodyPr wrap="square">
            <a:spAutoFit/>
          </a:bodyPr>
          <a:lstStyle/>
          <a:p>
            <a:r>
              <a:rPr lang="en-US" sz="2400"/>
              <a:t>Param 1</a:t>
            </a:r>
          </a:p>
        </p:txBody>
      </p:sp>
      <p:sp>
        <p:nvSpPr>
          <p:cNvPr id="24" name="Oval 23">
            <a:extLst>
              <a:ext uri="{FF2B5EF4-FFF2-40B4-BE49-F238E27FC236}">
                <a16:creationId xmlns:a16="http://schemas.microsoft.com/office/drawing/2014/main" id="{359B8A15-6FC9-0475-88A1-A28DC2A9E9F5}"/>
              </a:ext>
            </a:extLst>
          </p:cNvPr>
          <p:cNvSpPr/>
          <p:nvPr/>
        </p:nvSpPr>
        <p:spPr>
          <a:xfrm rot="2440233">
            <a:off x="6078423" y="2635206"/>
            <a:ext cx="2006599" cy="1663698"/>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DBD28B50-ADD0-6037-FAC9-5F0FD689E4C9}"/>
              </a:ext>
            </a:extLst>
          </p:cNvPr>
          <p:cNvSpPr/>
          <p:nvPr/>
        </p:nvSpPr>
        <p:spPr>
          <a:xfrm>
            <a:off x="6552256" y="2798558"/>
            <a:ext cx="45719" cy="45719"/>
          </a:xfrm>
          <a:prstGeom prst="ellipse">
            <a:avLst/>
          </a:prstGeom>
          <a:solidFill>
            <a:schemeClr val="accent3"/>
          </a:solidFill>
          <a:ln>
            <a:solidFill>
              <a:schemeClr val="accent3"/>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8C44B0D8-FDE0-A50D-6538-E8369E04255F}"/>
              </a:ext>
            </a:extLst>
          </p:cNvPr>
          <p:cNvSpPr/>
          <p:nvPr/>
        </p:nvSpPr>
        <p:spPr>
          <a:xfrm>
            <a:off x="7000354" y="2908096"/>
            <a:ext cx="45719" cy="45719"/>
          </a:xfrm>
          <a:prstGeom prst="ellipse">
            <a:avLst/>
          </a:prstGeom>
          <a:solidFill>
            <a:schemeClr val="accent3"/>
          </a:solidFill>
          <a:ln>
            <a:solidFill>
              <a:schemeClr val="accent3"/>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727F7F74-C7C4-4128-0BD6-4296E62715D2}"/>
              </a:ext>
            </a:extLst>
          </p:cNvPr>
          <p:cNvSpPr/>
          <p:nvPr/>
        </p:nvSpPr>
        <p:spPr>
          <a:xfrm>
            <a:off x="6597975" y="3408158"/>
            <a:ext cx="45719" cy="45719"/>
          </a:xfrm>
          <a:prstGeom prst="ellipse">
            <a:avLst/>
          </a:prstGeom>
          <a:solidFill>
            <a:schemeClr val="accent3"/>
          </a:solidFill>
          <a:ln>
            <a:solidFill>
              <a:schemeClr val="accent3"/>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640625F3-5164-CFDD-0692-2D32F6E022BD}"/>
              </a:ext>
            </a:extLst>
          </p:cNvPr>
          <p:cNvSpPr/>
          <p:nvPr/>
        </p:nvSpPr>
        <p:spPr>
          <a:xfrm>
            <a:off x="7000353" y="3830169"/>
            <a:ext cx="45719" cy="45719"/>
          </a:xfrm>
          <a:prstGeom prst="ellipse">
            <a:avLst/>
          </a:prstGeom>
          <a:solidFill>
            <a:schemeClr val="accent3"/>
          </a:solidFill>
          <a:ln>
            <a:solidFill>
              <a:schemeClr val="accent3"/>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53467A9C-8D37-A05C-8A44-8C051EEA8160}"/>
              </a:ext>
            </a:extLst>
          </p:cNvPr>
          <p:cNvSpPr/>
          <p:nvPr/>
        </p:nvSpPr>
        <p:spPr>
          <a:xfrm>
            <a:off x="6317109" y="3218880"/>
            <a:ext cx="45719" cy="45719"/>
          </a:xfrm>
          <a:prstGeom prst="ellipse">
            <a:avLst/>
          </a:prstGeom>
          <a:solidFill>
            <a:schemeClr val="accent3"/>
          </a:solidFill>
          <a:ln>
            <a:solidFill>
              <a:schemeClr val="accent3"/>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790239BF-D24C-9673-63FD-3F39E71B0851}"/>
              </a:ext>
            </a:extLst>
          </p:cNvPr>
          <p:cNvSpPr/>
          <p:nvPr/>
        </p:nvSpPr>
        <p:spPr>
          <a:xfrm>
            <a:off x="7471841" y="3264599"/>
            <a:ext cx="45719" cy="45719"/>
          </a:xfrm>
          <a:prstGeom prst="ellipse">
            <a:avLst/>
          </a:prstGeom>
          <a:solidFill>
            <a:schemeClr val="accent3"/>
          </a:solidFill>
          <a:ln>
            <a:solidFill>
              <a:schemeClr val="accent3"/>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57AC3705-4037-631C-68D8-6FCB655E2DBD}"/>
              </a:ext>
            </a:extLst>
          </p:cNvPr>
          <p:cNvSpPr/>
          <p:nvPr/>
        </p:nvSpPr>
        <p:spPr>
          <a:xfrm>
            <a:off x="7600006" y="3939417"/>
            <a:ext cx="45719" cy="45719"/>
          </a:xfrm>
          <a:prstGeom prst="ellipse">
            <a:avLst/>
          </a:prstGeom>
          <a:solidFill>
            <a:schemeClr val="accent3"/>
          </a:solidFill>
          <a:ln>
            <a:solidFill>
              <a:schemeClr val="accent3"/>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298EAAAF-1686-645E-3A82-41DFB7BDBA8D}"/>
              </a:ext>
            </a:extLst>
          </p:cNvPr>
          <p:cNvSpPr/>
          <p:nvPr/>
        </p:nvSpPr>
        <p:spPr>
          <a:xfrm>
            <a:off x="7196395" y="3467055"/>
            <a:ext cx="45719" cy="45719"/>
          </a:xfrm>
          <a:prstGeom prst="ellipse">
            <a:avLst/>
          </a:prstGeom>
          <a:solidFill>
            <a:schemeClr val="accent3"/>
          </a:solidFill>
          <a:ln>
            <a:solidFill>
              <a:schemeClr val="accent3"/>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EAAF4EF7-A17E-7826-2CE0-D34E2637CA8D}"/>
              </a:ext>
            </a:extLst>
          </p:cNvPr>
          <p:cNvSpPr/>
          <p:nvPr/>
        </p:nvSpPr>
        <p:spPr>
          <a:xfrm>
            <a:off x="6632527" y="3858034"/>
            <a:ext cx="45719" cy="45719"/>
          </a:xfrm>
          <a:prstGeom prst="ellipse">
            <a:avLst/>
          </a:prstGeom>
          <a:solidFill>
            <a:schemeClr val="accent3"/>
          </a:solidFill>
          <a:ln>
            <a:solidFill>
              <a:schemeClr val="accent3"/>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44" name="TextBox 43">
            <a:extLst>
              <a:ext uri="{FF2B5EF4-FFF2-40B4-BE49-F238E27FC236}">
                <a16:creationId xmlns:a16="http://schemas.microsoft.com/office/drawing/2014/main" id="{0C8628CE-0C9E-A025-1D49-AD2F1C5042D2}"/>
              </a:ext>
            </a:extLst>
          </p:cNvPr>
          <p:cNvSpPr txBox="1"/>
          <p:nvPr/>
        </p:nvSpPr>
        <p:spPr>
          <a:xfrm>
            <a:off x="763116" y="1872691"/>
            <a:ext cx="1979402" cy="369332"/>
          </a:xfrm>
          <a:prstGeom prst="rect">
            <a:avLst/>
          </a:prstGeom>
          <a:noFill/>
        </p:spPr>
        <p:txBody>
          <a:bodyPr wrap="square">
            <a:spAutoFit/>
          </a:bodyPr>
          <a:lstStyle/>
          <a:p>
            <a:r>
              <a:rPr lang="en-US" b="0"/>
              <a:t>Coordinate Search</a:t>
            </a:r>
            <a:endParaRPr lang="en-US"/>
          </a:p>
        </p:txBody>
      </p:sp>
      <p:sp>
        <p:nvSpPr>
          <p:cNvPr id="46" name="TextBox 45">
            <a:extLst>
              <a:ext uri="{FF2B5EF4-FFF2-40B4-BE49-F238E27FC236}">
                <a16:creationId xmlns:a16="http://schemas.microsoft.com/office/drawing/2014/main" id="{51634FF4-1C75-BC25-F224-9F1CC3BC92AE}"/>
              </a:ext>
            </a:extLst>
          </p:cNvPr>
          <p:cNvSpPr txBox="1"/>
          <p:nvPr/>
        </p:nvSpPr>
        <p:spPr>
          <a:xfrm>
            <a:off x="484347" y="5141398"/>
            <a:ext cx="2963931" cy="923330"/>
          </a:xfrm>
          <a:prstGeom prst="rect">
            <a:avLst/>
          </a:prstGeom>
          <a:noFill/>
        </p:spPr>
        <p:txBody>
          <a:bodyPr wrap="square">
            <a:spAutoFit/>
          </a:bodyPr>
          <a:lstStyle/>
          <a:p>
            <a:pPr marL="285750" indent="-285750">
              <a:buFont typeface="Arial" panose="020B0604020202020204" pitchFamily="34" charset="0"/>
              <a:buChar char="•"/>
            </a:pPr>
            <a:r>
              <a:rPr lang="en-US" b="0"/>
              <a:t>Iterate each param</a:t>
            </a:r>
          </a:p>
          <a:p>
            <a:pPr marL="285750" indent="-285750">
              <a:buFont typeface="Arial" panose="020B0604020202020204" pitchFamily="34" charset="0"/>
              <a:buChar char="•"/>
            </a:pPr>
            <a:r>
              <a:rPr lang="en-US"/>
              <a:t>Check down() and up()</a:t>
            </a:r>
          </a:p>
          <a:p>
            <a:pPr marL="285750" indent="-285750">
              <a:buFont typeface="Arial" panose="020B0604020202020204" pitchFamily="34" charset="0"/>
              <a:buChar char="•"/>
            </a:pPr>
            <a:r>
              <a:rPr lang="en-US"/>
              <a:t>Save faster() or slower()</a:t>
            </a:r>
          </a:p>
        </p:txBody>
      </p:sp>
      <p:sp>
        <p:nvSpPr>
          <p:cNvPr id="48" name="TextBox 47">
            <a:extLst>
              <a:ext uri="{FF2B5EF4-FFF2-40B4-BE49-F238E27FC236}">
                <a16:creationId xmlns:a16="http://schemas.microsoft.com/office/drawing/2014/main" id="{DA11E2AA-8A79-5D89-DCAD-95278D0EF542}"/>
              </a:ext>
            </a:extLst>
          </p:cNvPr>
          <p:cNvSpPr txBox="1"/>
          <p:nvPr/>
        </p:nvSpPr>
        <p:spPr>
          <a:xfrm>
            <a:off x="4541506" y="1872691"/>
            <a:ext cx="1979402" cy="369332"/>
          </a:xfrm>
          <a:prstGeom prst="rect">
            <a:avLst/>
          </a:prstGeom>
          <a:noFill/>
        </p:spPr>
        <p:txBody>
          <a:bodyPr wrap="square">
            <a:spAutoFit/>
          </a:bodyPr>
          <a:lstStyle/>
          <a:p>
            <a:r>
              <a:rPr lang="en-US" b="0"/>
              <a:t>CMA-ES</a:t>
            </a:r>
            <a:endParaRPr lang="en-US"/>
          </a:p>
        </p:txBody>
      </p:sp>
      <p:sp>
        <p:nvSpPr>
          <p:cNvPr id="50" name="TextBox 49">
            <a:extLst>
              <a:ext uri="{FF2B5EF4-FFF2-40B4-BE49-F238E27FC236}">
                <a16:creationId xmlns:a16="http://schemas.microsoft.com/office/drawing/2014/main" id="{F2EA834D-04D0-2DE2-1F80-E6AD188F8CE3}"/>
              </a:ext>
            </a:extLst>
          </p:cNvPr>
          <p:cNvSpPr txBox="1"/>
          <p:nvPr/>
        </p:nvSpPr>
        <p:spPr>
          <a:xfrm>
            <a:off x="4553629" y="5142552"/>
            <a:ext cx="3736709" cy="923330"/>
          </a:xfrm>
          <a:prstGeom prst="rect">
            <a:avLst/>
          </a:prstGeom>
          <a:noFill/>
        </p:spPr>
        <p:txBody>
          <a:bodyPr wrap="square">
            <a:spAutoFit/>
          </a:bodyPr>
          <a:lstStyle/>
          <a:p>
            <a:pPr marL="285750" indent="-285750">
              <a:buFont typeface="Arial" panose="020B0604020202020204" pitchFamily="34" charset="0"/>
              <a:buChar char="•"/>
            </a:pPr>
            <a:r>
              <a:rPr lang="en-US"/>
              <a:t>Evaluate span of solutions</a:t>
            </a:r>
          </a:p>
          <a:p>
            <a:pPr marL="285750" indent="-285750">
              <a:buFont typeface="Arial" panose="020B0604020202020204" pitchFamily="34" charset="0"/>
              <a:buChar char="•"/>
            </a:pPr>
            <a:r>
              <a:rPr lang="en-US"/>
              <a:t>Compute covariance matrix</a:t>
            </a:r>
          </a:p>
          <a:p>
            <a:pPr marL="285750" indent="-285750">
              <a:buFont typeface="Arial" panose="020B0604020202020204" pitchFamily="34" charset="0"/>
              <a:buChar char="•"/>
            </a:pPr>
            <a:r>
              <a:rPr lang="en-US" b="1"/>
              <a:t>Tighten solution space</a:t>
            </a:r>
          </a:p>
        </p:txBody>
      </p:sp>
      <p:cxnSp>
        <p:nvCxnSpPr>
          <p:cNvPr id="5" name="Straight Connector 4">
            <a:extLst>
              <a:ext uri="{FF2B5EF4-FFF2-40B4-BE49-F238E27FC236}">
                <a16:creationId xmlns:a16="http://schemas.microsoft.com/office/drawing/2014/main" id="{CBB7E6CD-3EE0-E830-6665-F3ED4CDDFF1B}"/>
              </a:ext>
            </a:extLst>
          </p:cNvPr>
          <p:cNvCxnSpPr/>
          <p:nvPr/>
        </p:nvCxnSpPr>
        <p:spPr>
          <a:xfrm>
            <a:off x="9576365" y="2381744"/>
            <a:ext cx="0" cy="2743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124AE677-3004-5B82-FA5A-BF686765B49B}"/>
              </a:ext>
            </a:extLst>
          </p:cNvPr>
          <p:cNvCxnSpPr/>
          <p:nvPr/>
        </p:nvCxnSpPr>
        <p:spPr>
          <a:xfrm>
            <a:off x="8992165" y="4601649"/>
            <a:ext cx="2743200" cy="0"/>
          </a:xfrm>
          <a:prstGeom prst="line">
            <a:avLst/>
          </a:prstGeom>
        </p:spPr>
        <p:style>
          <a:lnRef idx="1">
            <a:schemeClr val="accent1"/>
          </a:lnRef>
          <a:fillRef idx="0">
            <a:schemeClr val="accent1"/>
          </a:fillRef>
          <a:effectRef idx="0">
            <a:schemeClr val="accent1"/>
          </a:effectRef>
          <a:fontRef idx="minor">
            <a:schemeClr val="tx1"/>
          </a:fontRef>
        </p:style>
      </p:cxnSp>
      <p:sp>
        <p:nvSpPr>
          <p:cNvPr id="12" name="Oval 11">
            <a:extLst>
              <a:ext uri="{FF2B5EF4-FFF2-40B4-BE49-F238E27FC236}">
                <a16:creationId xmlns:a16="http://schemas.microsoft.com/office/drawing/2014/main" id="{16D9A2FD-2E2C-978C-92D4-8EDCF0E9A383}"/>
              </a:ext>
            </a:extLst>
          </p:cNvPr>
          <p:cNvSpPr/>
          <p:nvPr/>
        </p:nvSpPr>
        <p:spPr>
          <a:xfrm>
            <a:off x="10561883" y="3343932"/>
            <a:ext cx="45719" cy="45719"/>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E63F8281-CCCD-D4A4-95FE-F097CDA1B8B8}"/>
              </a:ext>
            </a:extLst>
          </p:cNvPr>
          <p:cNvSpPr txBox="1"/>
          <p:nvPr/>
        </p:nvSpPr>
        <p:spPr>
          <a:xfrm>
            <a:off x="9576365" y="4584655"/>
            <a:ext cx="1368538" cy="461665"/>
          </a:xfrm>
          <a:prstGeom prst="rect">
            <a:avLst/>
          </a:prstGeom>
          <a:noFill/>
        </p:spPr>
        <p:txBody>
          <a:bodyPr wrap="square">
            <a:spAutoFit/>
          </a:bodyPr>
          <a:lstStyle/>
          <a:p>
            <a:r>
              <a:rPr lang="en-US" sz="2400"/>
              <a:t>Param 2</a:t>
            </a:r>
          </a:p>
        </p:txBody>
      </p:sp>
      <p:sp>
        <p:nvSpPr>
          <p:cNvPr id="19" name="TextBox 18">
            <a:extLst>
              <a:ext uri="{FF2B5EF4-FFF2-40B4-BE49-F238E27FC236}">
                <a16:creationId xmlns:a16="http://schemas.microsoft.com/office/drawing/2014/main" id="{AE89FED5-FA0B-BA5B-2912-4CC470FE7584}"/>
              </a:ext>
            </a:extLst>
          </p:cNvPr>
          <p:cNvSpPr txBox="1"/>
          <p:nvPr/>
        </p:nvSpPr>
        <p:spPr>
          <a:xfrm rot="16200000">
            <a:off x="8678592" y="3671818"/>
            <a:ext cx="1368538" cy="461665"/>
          </a:xfrm>
          <a:prstGeom prst="rect">
            <a:avLst/>
          </a:prstGeom>
          <a:noFill/>
        </p:spPr>
        <p:txBody>
          <a:bodyPr wrap="square">
            <a:spAutoFit/>
          </a:bodyPr>
          <a:lstStyle/>
          <a:p>
            <a:r>
              <a:rPr lang="en-US" sz="2400"/>
              <a:t>Param 1</a:t>
            </a:r>
          </a:p>
        </p:txBody>
      </p:sp>
      <p:sp>
        <p:nvSpPr>
          <p:cNvPr id="20" name="Oval 19">
            <a:extLst>
              <a:ext uri="{FF2B5EF4-FFF2-40B4-BE49-F238E27FC236}">
                <a16:creationId xmlns:a16="http://schemas.microsoft.com/office/drawing/2014/main" id="{013B24C5-1397-D564-A79B-109045017F91}"/>
              </a:ext>
            </a:extLst>
          </p:cNvPr>
          <p:cNvSpPr/>
          <p:nvPr/>
        </p:nvSpPr>
        <p:spPr>
          <a:xfrm rot="7178765">
            <a:off x="9940660" y="2719029"/>
            <a:ext cx="1674790" cy="1249804"/>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FCCE496A-BD96-3461-1406-651714C03C64}"/>
              </a:ext>
            </a:extLst>
          </p:cNvPr>
          <p:cNvSpPr/>
          <p:nvPr/>
        </p:nvSpPr>
        <p:spPr>
          <a:xfrm>
            <a:off x="10708732" y="2901731"/>
            <a:ext cx="45719" cy="45719"/>
          </a:xfrm>
          <a:prstGeom prst="ellipse">
            <a:avLst/>
          </a:prstGeom>
          <a:solidFill>
            <a:schemeClr val="accent3"/>
          </a:solidFill>
          <a:ln>
            <a:solidFill>
              <a:schemeClr val="accent3"/>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7D02EC44-19AC-5D25-19E0-2681FB188773}"/>
              </a:ext>
            </a:extLst>
          </p:cNvPr>
          <p:cNvSpPr/>
          <p:nvPr/>
        </p:nvSpPr>
        <p:spPr>
          <a:xfrm>
            <a:off x="10306353" y="3401793"/>
            <a:ext cx="45719" cy="45719"/>
          </a:xfrm>
          <a:prstGeom prst="ellipse">
            <a:avLst/>
          </a:prstGeom>
          <a:solidFill>
            <a:schemeClr val="accent3"/>
          </a:solidFill>
          <a:ln>
            <a:solidFill>
              <a:schemeClr val="accent3"/>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DCE53CBE-A672-9EFA-BEDD-7526A485D32F}"/>
              </a:ext>
            </a:extLst>
          </p:cNvPr>
          <p:cNvSpPr/>
          <p:nvPr/>
        </p:nvSpPr>
        <p:spPr>
          <a:xfrm>
            <a:off x="10708731" y="3823804"/>
            <a:ext cx="45719" cy="45719"/>
          </a:xfrm>
          <a:prstGeom prst="ellipse">
            <a:avLst/>
          </a:prstGeom>
          <a:solidFill>
            <a:schemeClr val="accent3"/>
          </a:solidFill>
          <a:ln>
            <a:solidFill>
              <a:schemeClr val="accent3"/>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6B12CA9B-1CEF-A0FF-0B76-3CB72CC5B9FE}"/>
              </a:ext>
            </a:extLst>
          </p:cNvPr>
          <p:cNvSpPr/>
          <p:nvPr/>
        </p:nvSpPr>
        <p:spPr>
          <a:xfrm>
            <a:off x="11180219" y="3258234"/>
            <a:ext cx="45719" cy="45719"/>
          </a:xfrm>
          <a:prstGeom prst="ellipse">
            <a:avLst/>
          </a:prstGeom>
          <a:solidFill>
            <a:schemeClr val="accent3"/>
          </a:solidFill>
          <a:ln>
            <a:solidFill>
              <a:schemeClr val="accent3"/>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FA5EA8B8-E0B5-B8E1-C55D-2432B66F6E79}"/>
              </a:ext>
            </a:extLst>
          </p:cNvPr>
          <p:cNvSpPr/>
          <p:nvPr/>
        </p:nvSpPr>
        <p:spPr>
          <a:xfrm>
            <a:off x="10904773" y="3460690"/>
            <a:ext cx="45719" cy="45719"/>
          </a:xfrm>
          <a:prstGeom prst="ellipse">
            <a:avLst/>
          </a:prstGeom>
          <a:solidFill>
            <a:schemeClr val="accent3"/>
          </a:solidFill>
          <a:ln>
            <a:solidFill>
              <a:schemeClr val="accent3"/>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D30E1E41-7B93-A141-6EBF-96D81399D8B6}"/>
              </a:ext>
            </a:extLst>
          </p:cNvPr>
          <p:cNvSpPr/>
          <p:nvPr/>
        </p:nvSpPr>
        <p:spPr>
          <a:xfrm>
            <a:off x="10340905" y="3851669"/>
            <a:ext cx="45719" cy="45719"/>
          </a:xfrm>
          <a:prstGeom prst="ellipse">
            <a:avLst/>
          </a:prstGeom>
          <a:solidFill>
            <a:schemeClr val="accent3"/>
          </a:solidFill>
          <a:ln>
            <a:solidFill>
              <a:schemeClr val="accent3"/>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6F6DAC2F-7092-FC57-07E1-692894F85BD3}"/>
              </a:ext>
            </a:extLst>
          </p:cNvPr>
          <p:cNvSpPr/>
          <p:nvPr/>
        </p:nvSpPr>
        <p:spPr>
          <a:xfrm>
            <a:off x="1621427" y="4070750"/>
            <a:ext cx="91440" cy="9144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531EAE7C-01E0-1740-713A-8E6EDE560E56}"/>
              </a:ext>
            </a:extLst>
          </p:cNvPr>
          <p:cNvSpPr/>
          <p:nvPr/>
        </p:nvSpPr>
        <p:spPr>
          <a:xfrm>
            <a:off x="1644288" y="3607052"/>
            <a:ext cx="45719" cy="45719"/>
          </a:xfrm>
          <a:prstGeom prst="ellipse">
            <a:avLst/>
          </a:prstGeom>
          <a:solidFill>
            <a:schemeClr val="accent3"/>
          </a:solidFill>
          <a:ln>
            <a:solidFill>
              <a:schemeClr val="accent3"/>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E670EC18-3F00-1CBA-224B-8668DDCDE795}"/>
              </a:ext>
            </a:extLst>
          </p:cNvPr>
          <p:cNvSpPr/>
          <p:nvPr/>
        </p:nvSpPr>
        <p:spPr>
          <a:xfrm>
            <a:off x="2150758" y="3607052"/>
            <a:ext cx="45719" cy="45719"/>
          </a:xfrm>
          <a:prstGeom prst="ellipse">
            <a:avLst/>
          </a:prstGeom>
          <a:solidFill>
            <a:schemeClr val="accent3"/>
          </a:solidFill>
          <a:ln>
            <a:solidFill>
              <a:schemeClr val="accent3"/>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53" name="Oval 52">
            <a:extLst>
              <a:ext uri="{FF2B5EF4-FFF2-40B4-BE49-F238E27FC236}">
                <a16:creationId xmlns:a16="http://schemas.microsoft.com/office/drawing/2014/main" id="{8A2BB75F-901F-FC5A-DD8B-09074A7EB8ED}"/>
              </a:ext>
            </a:extLst>
          </p:cNvPr>
          <p:cNvSpPr/>
          <p:nvPr/>
        </p:nvSpPr>
        <p:spPr>
          <a:xfrm>
            <a:off x="2150757" y="3162382"/>
            <a:ext cx="45719" cy="45719"/>
          </a:xfrm>
          <a:prstGeom prst="ellipse">
            <a:avLst/>
          </a:prstGeom>
          <a:solidFill>
            <a:schemeClr val="accent3"/>
          </a:solidFill>
          <a:ln>
            <a:solidFill>
              <a:schemeClr val="accent3"/>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55" name="Oval 54">
            <a:extLst>
              <a:ext uri="{FF2B5EF4-FFF2-40B4-BE49-F238E27FC236}">
                <a16:creationId xmlns:a16="http://schemas.microsoft.com/office/drawing/2014/main" id="{E0618002-765B-6089-26B5-881E0127F9EB}"/>
              </a:ext>
            </a:extLst>
          </p:cNvPr>
          <p:cNvSpPr/>
          <p:nvPr/>
        </p:nvSpPr>
        <p:spPr>
          <a:xfrm>
            <a:off x="2665368" y="3162381"/>
            <a:ext cx="45719" cy="45719"/>
          </a:xfrm>
          <a:prstGeom prst="ellipse">
            <a:avLst/>
          </a:prstGeom>
          <a:solidFill>
            <a:schemeClr val="accent3"/>
          </a:solidFill>
          <a:ln>
            <a:solidFill>
              <a:schemeClr val="accent3"/>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57" name="Oval 56">
            <a:extLst>
              <a:ext uri="{FF2B5EF4-FFF2-40B4-BE49-F238E27FC236}">
                <a16:creationId xmlns:a16="http://schemas.microsoft.com/office/drawing/2014/main" id="{2140A21C-95FC-B131-2540-F23EA9E01119}"/>
              </a:ext>
            </a:extLst>
          </p:cNvPr>
          <p:cNvSpPr/>
          <p:nvPr/>
        </p:nvSpPr>
        <p:spPr>
          <a:xfrm>
            <a:off x="2651078" y="2709363"/>
            <a:ext cx="91440" cy="91440"/>
          </a:xfrm>
          <a:prstGeom prst="ellipse">
            <a:avLst/>
          </a:prstGeom>
          <a:solidFill>
            <a:schemeClr val="accent6"/>
          </a:solidFill>
          <a:ln>
            <a:solidFill>
              <a:schemeClr val="accent6"/>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59" name="Right Brace 58">
            <a:extLst>
              <a:ext uri="{FF2B5EF4-FFF2-40B4-BE49-F238E27FC236}">
                <a16:creationId xmlns:a16="http://schemas.microsoft.com/office/drawing/2014/main" id="{C236ED7F-5EC4-CDE1-69B3-12A0D731546A}"/>
              </a:ext>
            </a:extLst>
          </p:cNvPr>
          <p:cNvSpPr/>
          <p:nvPr/>
        </p:nvSpPr>
        <p:spPr>
          <a:xfrm rot="10800000">
            <a:off x="1397313" y="3629911"/>
            <a:ext cx="135503" cy="495851"/>
          </a:xfrm>
          <a:prstGeom prst="rightBrace">
            <a:avLst/>
          </a:prstGeom>
          <a:noFill/>
          <a:ln>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1" name="Right Brace 60">
            <a:extLst>
              <a:ext uri="{FF2B5EF4-FFF2-40B4-BE49-F238E27FC236}">
                <a16:creationId xmlns:a16="http://schemas.microsoft.com/office/drawing/2014/main" id="{1FF6484A-45E6-F17B-18BC-B38E1E08B946}"/>
              </a:ext>
            </a:extLst>
          </p:cNvPr>
          <p:cNvSpPr/>
          <p:nvPr/>
        </p:nvSpPr>
        <p:spPr>
          <a:xfrm rot="10800000">
            <a:off x="1935794" y="3181484"/>
            <a:ext cx="135503" cy="495851"/>
          </a:xfrm>
          <a:prstGeom prst="rightBrace">
            <a:avLst/>
          </a:prstGeom>
          <a:noFill/>
          <a:ln>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3" name="Right Brace 62">
            <a:extLst>
              <a:ext uri="{FF2B5EF4-FFF2-40B4-BE49-F238E27FC236}">
                <a16:creationId xmlns:a16="http://schemas.microsoft.com/office/drawing/2014/main" id="{87C8B9A0-5921-124F-C6F3-BCB0D46AFD88}"/>
              </a:ext>
            </a:extLst>
          </p:cNvPr>
          <p:cNvSpPr/>
          <p:nvPr/>
        </p:nvSpPr>
        <p:spPr>
          <a:xfrm rot="10800000">
            <a:off x="2482396" y="2747928"/>
            <a:ext cx="135503" cy="495851"/>
          </a:xfrm>
          <a:prstGeom prst="rightBrace">
            <a:avLst/>
          </a:prstGeom>
          <a:noFill/>
          <a:ln>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5" name="Right Brace 64">
            <a:extLst>
              <a:ext uri="{FF2B5EF4-FFF2-40B4-BE49-F238E27FC236}">
                <a16:creationId xmlns:a16="http://schemas.microsoft.com/office/drawing/2014/main" id="{674C42C4-3172-6E22-F4E8-066D87A625A4}"/>
              </a:ext>
            </a:extLst>
          </p:cNvPr>
          <p:cNvSpPr/>
          <p:nvPr/>
        </p:nvSpPr>
        <p:spPr>
          <a:xfrm rot="5400000">
            <a:off x="1868650" y="3539146"/>
            <a:ext cx="135503" cy="495851"/>
          </a:xfrm>
          <a:prstGeom prst="rightBrace">
            <a:avLst/>
          </a:prstGeom>
          <a:solidFill>
            <a:schemeClr val="bg1"/>
          </a:solidFill>
          <a:ln>
            <a:solidFill>
              <a:srgbClr val="00B0F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7" name="Right Brace 66">
            <a:extLst>
              <a:ext uri="{FF2B5EF4-FFF2-40B4-BE49-F238E27FC236}">
                <a16:creationId xmlns:a16="http://schemas.microsoft.com/office/drawing/2014/main" id="{557BC47C-1843-10B8-D631-3705546FBC8D}"/>
              </a:ext>
            </a:extLst>
          </p:cNvPr>
          <p:cNvSpPr/>
          <p:nvPr/>
        </p:nvSpPr>
        <p:spPr>
          <a:xfrm rot="5400000">
            <a:off x="2371019" y="3086318"/>
            <a:ext cx="135503" cy="495851"/>
          </a:xfrm>
          <a:prstGeom prst="rightBrace">
            <a:avLst/>
          </a:prstGeom>
          <a:solidFill>
            <a:schemeClr val="bg1"/>
          </a:solidFill>
          <a:ln>
            <a:solidFill>
              <a:srgbClr val="00B0F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69" name="Straight Arrow Connector 68">
            <a:extLst>
              <a:ext uri="{FF2B5EF4-FFF2-40B4-BE49-F238E27FC236}">
                <a16:creationId xmlns:a16="http://schemas.microsoft.com/office/drawing/2014/main" id="{4A966D2F-4BA6-C45B-27F4-49EC9EBD5149}"/>
              </a:ext>
            </a:extLst>
          </p:cNvPr>
          <p:cNvCxnSpPr/>
          <p:nvPr/>
        </p:nvCxnSpPr>
        <p:spPr>
          <a:xfrm>
            <a:off x="8285206" y="3512774"/>
            <a:ext cx="516811" cy="6365"/>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894FD772-EFC2-A3FD-AEEC-FFA3DABE99F5}"/>
              </a:ext>
            </a:extLst>
          </p:cNvPr>
          <p:cNvPicPr>
            <a:picLocks noChangeAspect="1"/>
          </p:cNvPicPr>
          <p:nvPr/>
        </p:nvPicPr>
        <p:blipFill>
          <a:blip r:embed="rId3"/>
          <a:stretch>
            <a:fillRect/>
          </a:stretch>
        </p:blipFill>
        <p:spPr>
          <a:xfrm>
            <a:off x="7196395" y="1812959"/>
            <a:ext cx="2743583" cy="609685"/>
          </a:xfrm>
          <a:prstGeom prst="rect">
            <a:avLst/>
          </a:prstGeom>
        </p:spPr>
      </p:pic>
    </p:spTree>
    <p:extLst>
      <p:ext uri="{BB962C8B-B14F-4D97-AF65-F5344CB8AC3E}">
        <p14:creationId xmlns:p14="http://schemas.microsoft.com/office/powerpoint/2010/main" val="621805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3CC92F-867A-5D6A-EDD5-2722A42EA7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6F3952-E018-884B-3A50-6D021538636F}"/>
              </a:ext>
            </a:extLst>
          </p:cNvPr>
          <p:cNvSpPr>
            <a:spLocks noGrp="1"/>
          </p:cNvSpPr>
          <p:nvPr>
            <p:ph type="title"/>
          </p:nvPr>
        </p:nvSpPr>
        <p:spPr/>
        <p:txBody>
          <a:bodyPr/>
          <a:lstStyle/>
          <a:p>
            <a:r>
              <a:rPr lang="en-US">
                <a:latin typeface="Yu Gothic" panose="020B0400000000000000" pitchFamily="34" charset="-128"/>
                <a:ea typeface="Yu Gothic" panose="020B0400000000000000" pitchFamily="34" charset="-128"/>
              </a:rPr>
              <a:t>CMA-ES Implementation</a:t>
            </a:r>
          </a:p>
        </p:txBody>
      </p:sp>
      <p:sp>
        <p:nvSpPr>
          <p:cNvPr id="6" name="TextBox 5">
            <a:extLst>
              <a:ext uri="{FF2B5EF4-FFF2-40B4-BE49-F238E27FC236}">
                <a16:creationId xmlns:a16="http://schemas.microsoft.com/office/drawing/2014/main" id="{8001EA35-07DE-EC7B-BFC9-2117A87E59BE}"/>
              </a:ext>
            </a:extLst>
          </p:cNvPr>
          <p:cNvSpPr txBox="1"/>
          <p:nvPr/>
        </p:nvSpPr>
        <p:spPr>
          <a:xfrm>
            <a:off x="809277" y="1690688"/>
            <a:ext cx="10553274" cy="461665"/>
          </a:xfrm>
          <a:prstGeom prst="rect">
            <a:avLst/>
          </a:prstGeom>
          <a:noFill/>
        </p:spPr>
        <p:txBody>
          <a:bodyPr wrap="none" rtlCol="0">
            <a:spAutoFit/>
          </a:bodyPr>
          <a:lstStyle/>
          <a:p>
            <a:r>
              <a:rPr lang="en-US" sz="2400"/>
              <a:t>Original parameters </a:t>
            </a:r>
            <a:r>
              <a:rPr lang="en-US" sz="2400">
                <a:sym typeface="Wingdings" panose="05000000000000000000" pitchFamily="2" charset="2"/>
              </a:rPr>
              <a:t> </a:t>
            </a:r>
            <a:r>
              <a:rPr lang="en-US" sz="2400" err="1">
                <a:sym typeface="Wingdings" panose="05000000000000000000" pitchFamily="2" charset="2"/>
              </a:rPr>
              <a:t>encode_parameters</a:t>
            </a:r>
            <a:r>
              <a:rPr lang="en-US" sz="2400">
                <a:sym typeface="Wingdings" panose="05000000000000000000" pitchFamily="2" charset="2"/>
              </a:rPr>
              <a:t>()  normalized parameters  CMA-ES</a:t>
            </a:r>
            <a:endParaRPr lang="en-US" sz="2400"/>
          </a:p>
        </p:txBody>
      </p:sp>
      <p:sp>
        <p:nvSpPr>
          <p:cNvPr id="10" name="TextBox 9">
            <a:extLst>
              <a:ext uri="{FF2B5EF4-FFF2-40B4-BE49-F238E27FC236}">
                <a16:creationId xmlns:a16="http://schemas.microsoft.com/office/drawing/2014/main" id="{7E52B477-191C-5A94-9D01-2611CE8962C4}"/>
              </a:ext>
            </a:extLst>
          </p:cNvPr>
          <p:cNvSpPr txBox="1"/>
          <p:nvPr/>
        </p:nvSpPr>
        <p:spPr>
          <a:xfrm>
            <a:off x="670322" y="2228278"/>
            <a:ext cx="11224932" cy="461665"/>
          </a:xfrm>
          <a:prstGeom prst="rect">
            <a:avLst/>
          </a:prstGeom>
          <a:noFill/>
        </p:spPr>
        <p:txBody>
          <a:bodyPr wrap="none" rtlCol="0">
            <a:spAutoFit/>
          </a:bodyPr>
          <a:lstStyle/>
          <a:p>
            <a:r>
              <a:rPr lang="en-US" sz="2400" err="1"/>
              <a:t>Denormalize</a:t>
            </a:r>
            <a:r>
              <a:rPr lang="en-US" sz="2400"/>
              <a:t> </a:t>
            </a:r>
            <a:r>
              <a:rPr lang="en-US" sz="2400">
                <a:sym typeface="Wingdings" panose="05000000000000000000" pitchFamily="2" charset="2"/>
              </a:rPr>
              <a:t> </a:t>
            </a:r>
            <a:r>
              <a:rPr lang="en-US" sz="2400" err="1">
                <a:sym typeface="Wingdings" panose="05000000000000000000" pitchFamily="2" charset="2"/>
              </a:rPr>
              <a:t>decode_parameters</a:t>
            </a:r>
            <a:r>
              <a:rPr lang="en-US" sz="2400">
                <a:sym typeface="Wingdings" panose="05000000000000000000" pitchFamily="2" charset="2"/>
              </a:rPr>
              <a:t>()  check parameter validity  calculate likelihood</a:t>
            </a:r>
            <a:endParaRPr lang="en-US" sz="2400"/>
          </a:p>
        </p:txBody>
      </p:sp>
    </p:spTree>
    <p:extLst>
      <p:ext uri="{BB962C8B-B14F-4D97-AF65-F5344CB8AC3E}">
        <p14:creationId xmlns:p14="http://schemas.microsoft.com/office/powerpoint/2010/main" val="12225436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CA135F-CB69-24EE-B5F3-258F384C7F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514665-3235-C932-4554-BEB6E6D7F8DD}"/>
              </a:ext>
            </a:extLst>
          </p:cNvPr>
          <p:cNvSpPr>
            <a:spLocks noGrp="1"/>
          </p:cNvSpPr>
          <p:nvPr>
            <p:ph type="title"/>
          </p:nvPr>
        </p:nvSpPr>
        <p:spPr/>
        <p:txBody>
          <a:bodyPr/>
          <a:lstStyle/>
          <a:p>
            <a:r>
              <a:rPr lang="en-US">
                <a:latin typeface="Yu Gothic" panose="020B0400000000000000" pitchFamily="34" charset="-128"/>
                <a:ea typeface="Yu Gothic" panose="020B0400000000000000" pitchFamily="34" charset="-128"/>
              </a:rPr>
              <a:t>CMA-ES Implementation</a:t>
            </a:r>
          </a:p>
        </p:txBody>
      </p:sp>
      <p:sp>
        <p:nvSpPr>
          <p:cNvPr id="6" name="TextBox 5">
            <a:extLst>
              <a:ext uri="{FF2B5EF4-FFF2-40B4-BE49-F238E27FC236}">
                <a16:creationId xmlns:a16="http://schemas.microsoft.com/office/drawing/2014/main" id="{848484B6-4FBB-D5F9-5B56-011386D2BE72}"/>
              </a:ext>
            </a:extLst>
          </p:cNvPr>
          <p:cNvSpPr txBox="1"/>
          <p:nvPr/>
        </p:nvSpPr>
        <p:spPr>
          <a:xfrm>
            <a:off x="809277" y="1690688"/>
            <a:ext cx="10553274" cy="461665"/>
          </a:xfrm>
          <a:prstGeom prst="rect">
            <a:avLst/>
          </a:prstGeom>
          <a:noFill/>
        </p:spPr>
        <p:txBody>
          <a:bodyPr wrap="none" rtlCol="0">
            <a:spAutoFit/>
          </a:bodyPr>
          <a:lstStyle/>
          <a:p>
            <a:r>
              <a:rPr lang="en-US" sz="2400"/>
              <a:t>Original parameters </a:t>
            </a:r>
            <a:r>
              <a:rPr lang="en-US" sz="2400">
                <a:sym typeface="Wingdings" panose="05000000000000000000" pitchFamily="2" charset="2"/>
              </a:rPr>
              <a:t> </a:t>
            </a:r>
            <a:r>
              <a:rPr lang="en-US" sz="2400" b="1" err="1">
                <a:sym typeface="Wingdings" panose="05000000000000000000" pitchFamily="2" charset="2"/>
              </a:rPr>
              <a:t>encode_parameters</a:t>
            </a:r>
            <a:r>
              <a:rPr lang="en-US" sz="2400" b="1">
                <a:sym typeface="Wingdings" panose="05000000000000000000" pitchFamily="2" charset="2"/>
              </a:rPr>
              <a:t>() </a:t>
            </a:r>
            <a:r>
              <a:rPr lang="en-US" sz="2400">
                <a:sym typeface="Wingdings" panose="05000000000000000000" pitchFamily="2" charset="2"/>
              </a:rPr>
              <a:t> normalized parameters  CMA-ES</a:t>
            </a:r>
            <a:endParaRPr lang="en-US" sz="2400"/>
          </a:p>
        </p:txBody>
      </p:sp>
      <p:sp>
        <p:nvSpPr>
          <p:cNvPr id="10" name="TextBox 9">
            <a:extLst>
              <a:ext uri="{FF2B5EF4-FFF2-40B4-BE49-F238E27FC236}">
                <a16:creationId xmlns:a16="http://schemas.microsoft.com/office/drawing/2014/main" id="{7F161990-B120-0EDF-A6A3-879A278D37D0}"/>
              </a:ext>
            </a:extLst>
          </p:cNvPr>
          <p:cNvSpPr txBox="1"/>
          <p:nvPr/>
        </p:nvSpPr>
        <p:spPr>
          <a:xfrm>
            <a:off x="670322" y="2228278"/>
            <a:ext cx="11224932" cy="461665"/>
          </a:xfrm>
          <a:prstGeom prst="rect">
            <a:avLst/>
          </a:prstGeom>
          <a:noFill/>
        </p:spPr>
        <p:txBody>
          <a:bodyPr wrap="none" rtlCol="0">
            <a:spAutoFit/>
          </a:bodyPr>
          <a:lstStyle/>
          <a:p>
            <a:r>
              <a:rPr lang="en-US" sz="2400" err="1"/>
              <a:t>Denormalize</a:t>
            </a:r>
            <a:r>
              <a:rPr lang="en-US" sz="2400"/>
              <a:t> </a:t>
            </a:r>
            <a:r>
              <a:rPr lang="en-US" sz="2400">
                <a:sym typeface="Wingdings" panose="05000000000000000000" pitchFamily="2" charset="2"/>
              </a:rPr>
              <a:t> </a:t>
            </a:r>
            <a:r>
              <a:rPr lang="en-US" sz="2400" b="1" err="1">
                <a:sym typeface="Wingdings" panose="05000000000000000000" pitchFamily="2" charset="2"/>
              </a:rPr>
              <a:t>decode_parameters</a:t>
            </a:r>
            <a:r>
              <a:rPr lang="en-US" sz="2400" b="1">
                <a:sym typeface="Wingdings" panose="05000000000000000000" pitchFamily="2" charset="2"/>
              </a:rPr>
              <a:t>() </a:t>
            </a:r>
            <a:r>
              <a:rPr lang="en-US" sz="2400">
                <a:sym typeface="Wingdings" panose="05000000000000000000" pitchFamily="2" charset="2"/>
              </a:rPr>
              <a:t> check parameter validity  calculate likelihood</a:t>
            </a:r>
            <a:endParaRPr lang="en-US" sz="2400"/>
          </a:p>
        </p:txBody>
      </p:sp>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4643DDD9-693D-35B8-91B4-42608B988EF6}"/>
                  </a:ext>
                </a:extLst>
              </p:cNvPr>
              <p:cNvSpPr txBox="1"/>
              <p:nvPr/>
            </p:nvSpPr>
            <p:spPr>
              <a:xfrm>
                <a:off x="467755" y="3505319"/>
                <a:ext cx="5478872" cy="1661993"/>
              </a:xfrm>
              <a:prstGeom prst="rect">
                <a:avLst/>
              </a:prstGeom>
              <a:noFill/>
            </p:spPr>
            <p:txBody>
              <a:bodyPr wrap="none" lIns="0" tIns="0" rIns="0" bIns="0" rtlCol="0">
                <a:spAutoFit/>
              </a:bodyPr>
              <a:lstStyle/>
              <a:p>
                <a:pPr/>
                <a:r>
                  <a:rPr lang="en-US"/>
                  <a:t>We cannot optimize </a:t>
                </a:r>
                <a14:m>
                  <m:oMath xmlns:m="http://schemas.openxmlformats.org/officeDocument/2006/math">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2</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𝑛</m:t>
                        </m:r>
                      </m:sub>
                    </m:sSub>
                    <m:r>
                      <a:rPr lang="en-US" b="0" i="1" smtClean="0">
                        <a:latin typeface="Cambria Math" panose="02040503050406030204" pitchFamily="18" charset="0"/>
                      </a:rPr>
                      <m:t>}</m:t>
                    </m:r>
                  </m:oMath>
                </a14:m>
                <a:r>
                  <a:rPr lang="en-US"/>
                  <a:t>, thus we must optimize:</a:t>
                </a:r>
                <a:br>
                  <a:rPr lang="en-US"/>
                </a:br>
                <a:br>
                  <a:rPr lang="en-US"/>
                </a:b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1</m:t>
                          </m:r>
                        </m:sub>
                      </m:sSub>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1</m:t>
                                  </m:r>
                                </m:sub>
                              </m:sSub>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1</m:t>
                              </m:r>
                            </m:sub>
                          </m:sSub>
                        </m:e>
                      </m:func>
                      <m:r>
                        <a:rPr lang="en-US" b="0" i="1" smtClean="0">
                          <a:latin typeface="Cambria Math" panose="02040503050406030204" pitchFamily="18" charset="0"/>
                        </a:rPr>
                        <m:t>&gt;0</m:t>
                      </m:r>
                    </m:oMath>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2</m:t>
                          </m:r>
                        </m:sub>
                      </m:sSub>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1</m:t>
                                  </m:r>
                                </m:sub>
                              </m:sSub>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2</m:t>
                              </m:r>
                            </m:sub>
                          </m:sSub>
                          <m:r>
                            <a:rPr lang="en-US" b="0" i="1" smtClean="0">
                              <a:latin typeface="Cambria Math" panose="02040503050406030204" pitchFamily="18" charset="0"/>
                            </a:rPr>
                            <m:t>&gt;0</m:t>
                          </m:r>
                        </m:e>
                      </m:func>
                    </m:oMath>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3</m:t>
                          </m:r>
                        </m:sub>
                      </m:sSub>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3</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2</m:t>
                                  </m:r>
                                </m:sub>
                              </m:sSub>
                            </m:e>
                          </m:d>
                        </m:e>
                      </m:func>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3</m:t>
                          </m:r>
                        </m:sub>
                      </m:sSub>
                      <m:r>
                        <a:rPr lang="en-US" b="0" i="1" smtClean="0">
                          <a:latin typeface="Cambria Math" panose="02040503050406030204" pitchFamily="18" charset="0"/>
                        </a:rPr>
                        <m:t>&gt;0</m:t>
                      </m:r>
                    </m:oMath>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4</m:t>
                          </m:r>
                        </m:sub>
                      </m:sSub>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4</m:t>
                                  </m:r>
                                </m:sub>
                              </m:sSub>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3</m:t>
                              </m:r>
                            </m:e>
                          </m:d>
                        </m:e>
                      </m:func>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4</m:t>
                          </m:r>
                        </m:sub>
                      </m:sSub>
                      <m:r>
                        <a:rPr lang="en-US" b="0" i="1" smtClean="0">
                          <a:latin typeface="Cambria Math" panose="02040503050406030204" pitchFamily="18" charset="0"/>
                        </a:rPr>
                        <m:t>&gt;0</m:t>
                      </m:r>
                    </m:oMath>
                  </m:oMathPara>
                </a14:m>
                <a:endParaRPr lang="en-US" b="0"/>
              </a:p>
            </p:txBody>
          </p:sp>
        </mc:Choice>
        <mc:Fallback>
          <p:sp>
            <p:nvSpPr>
              <p:cNvPr id="11" name="TextBox 10">
                <a:extLst>
                  <a:ext uri="{FF2B5EF4-FFF2-40B4-BE49-F238E27FC236}">
                    <a16:creationId xmlns:a16="http://schemas.microsoft.com/office/drawing/2014/main" id="{4643DDD9-693D-35B8-91B4-42608B988EF6}"/>
                  </a:ext>
                </a:extLst>
              </p:cNvPr>
              <p:cNvSpPr txBox="1">
                <a:spLocks noRot="1" noChangeAspect="1" noMove="1" noResize="1" noEditPoints="1" noAdjustHandles="1" noChangeArrowheads="1" noChangeShapeType="1" noTextEdit="1"/>
              </p:cNvSpPr>
              <p:nvPr/>
            </p:nvSpPr>
            <p:spPr>
              <a:xfrm>
                <a:off x="467755" y="3505319"/>
                <a:ext cx="5478872" cy="1661993"/>
              </a:xfrm>
              <a:prstGeom prst="rect">
                <a:avLst/>
              </a:prstGeom>
              <a:blipFill>
                <a:blip r:embed="rId3"/>
                <a:stretch>
                  <a:fillRect l="-2673" t="-4762" r="-1893" b="-4762"/>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1" name="TextBox 30">
                <a:extLst>
                  <a:ext uri="{FF2B5EF4-FFF2-40B4-BE49-F238E27FC236}">
                    <a16:creationId xmlns:a16="http://schemas.microsoft.com/office/drawing/2014/main" id="{C4FFE9E7-588E-E66D-6E9F-54A5234387B3}"/>
                  </a:ext>
                </a:extLst>
              </p:cNvPr>
              <p:cNvSpPr txBox="1"/>
              <p:nvPr/>
            </p:nvSpPr>
            <p:spPr>
              <a:xfrm>
                <a:off x="5098055" y="3966983"/>
                <a:ext cx="6097836" cy="123880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1</m:t>
                          </m:r>
                        </m:sub>
                      </m:sSub>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sSub>
                            <m:sSubPr>
                              <m:ctrlPr>
                                <a:rPr lang="en-US" b="0"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1</m:t>
                              </m:r>
                            </m:sub>
                          </m:sSub>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1</m:t>
                          </m:r>
                        </m:sub>
                      </m:sSub>
                      <m:r>
                        <a:rPr lang="en-US" b="0" i="1" smtClean="0">
                          <a:latin typeface="Cambria Math" panose="02040503050406030204" pitchFamily="18" charset="0"/>
                        </a:rPr>
                        <m:t>&gt;0</m:t>
                      </m:r>
                    </m:oMath>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2</m:t>
                          </m:r>
                        </m:sub>
                      </m:sSub>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sSub>
                            <m:sSubPr>
                              <m:ctrlPr>
                                <a:rPr lang="en-US" b="0"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1</m:t>
                              </m:r>
                            </m:sub>
                          </m:sSub>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sSub>
                            <m:sSubPr>
                              <m:ctrlPr>
                                <a:rPr lang="en-US" b="0"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2</m:t>
                              </m:r>
                            </m:sub>
                          </m:sSub>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2</m:t>
                          </m:r>
                        </m:sub>
                      </m:sSub>
                      <m:r>
                        <a:rPr lang="en-US" b="0" i="1" smtClean="0">
                          <a:latin typeface="Cambria Math" panose="02040503050406030204" pitchFamily="18" charset="0"/>
                        </a:rPr>
                        <m:t>&gt;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1</m:t>
                          </m:r>
                        </m:sub>
                      </m:sSub>
                    </m:oMath>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3</m:t>
                          </m:r>
                        </m:sub>
                      </m:sSub>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sSub>
                            <m:sSubPr>
                              <m:ctrlPr>
                                <a:rPr lang="en-US" b="0"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2</m:t>
                              </m:r>
                            </m:sub>
                          </m:sSub>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sSub>
                            <m:sSubPr>
                              <m:ctrlPr>
                                <a:rPr lang="en-US" b="0"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3</m:t>
                              </m:r>
                            </m:sub>
                          </m:sSub>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3</m:t>
                          </m:r>
                        </m:sub>
                      </m:sSub>
                      <m:r>
                        <a:rPr lang="en-US" b="0" i="1" smtClean="0">
                          <a:latin typeface="Cambria Math" panose="02040503050406030204" pitchFamily="18" charset="0"/>
                        </a:rPr>
                        <m:t>&gt;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2</m:t>
                          </m:r>
                        </m:sub>
                      </m:sSub>
                    </m:oMath>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4</m:t>
                          </m:r>
                        </m:sub>
                      </m:sSub>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sSub>
                            <m:sSubPr>
                              <m:ctrlPr>
                                <a:rPr lang="en-US" b="0"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3</m:t>
                              </m:r>
                            </m:sub>
                          </m:sSub>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sSub>
                            <m:sSubPr>
                              <m:ctrlPr>
                                <a:rPr lang="en-US" b="0"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4</m:t>
                              </m:r>
                            </m:sub>
                          </m:sSub>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4</m:t>
                          </m:r>
                        </m:sub>
                      </m:sSub>
                      <m:r>
                        <a:rPr lang="en-US" b="0" i="1" smtClean="0">
                          <a:latin typeface="Cambria Math" panose="02040503050406030204" pitchFamily="18" charset="0"/>
                        </a:rPr>
                        <m:t>&gt;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3</m:t>
                          </m:r>
                        </m:sub>
                      </m:sSub>
                    </m:oMath>
                  </m:oMathPara>
                </a14:m>
                <a:endParaRPr lang="en-US"/>
              </a:p>
            </p:txBody>
          </p:sp>
        </mc:Choice>
        <mc:Fallback>
          <p:sp>
            <p:nvSpPr>
              <p:cNvPr id="31" name="TextBox 30">
                <a:extLst>
                  <a:ext uri="{FF2B5EF4-FFF2-40B4-BE49-F238E27FC236}">
                    <a16:creationId xmlns:a16="http://schemas.microsoft.com/office/drawing/2014/main" id="{C4FFE9E7-588E-E66D-6E9F-54A5234387B3}"/>
                  </a:ext>
                </a:extLst>
              </p:cNvPr>
              <p:cNvSpPr txBox="1">
                <a:spLocks noRot="1" noChangeAspect="1" noMove="1" noResize="1" noEditPoints="1" noAdjustHandles="1" noChangeArrowheads="1" noChangeShapeType="1" noTextEdit="1"/>
              </p:cNvSpPr>
              <p:nvPr/>
            </p:nvSpPr>
            <p:spPr>
              <a:xfrm>
                <a:off x="5098055" y="3966983"/>
                <a:ext cx="6097836" cy="1238801"/>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5776838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DE3ADF-1A0A-BE3E-6D85-8A2B8BDAC6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139778-8AE9-20E8-0A36-B5A5FC7C343F}"/>
              </a:ext>
            </a:extLst>
          </p:cNvPr>
          <p:cNvSpPr>
            <a:spLocks noGrp="1"/>
          </p:cNvSpPr>
          <p:nvPr>
            <p:ph type="title"/>
          </p:nvPr>
        </p:nvSpPr>
        <p:spPr/>
        <p:txBody>
          <a:bodyPr/>
          <a:lstStyle/>
          <a:p>
            <a:r>
              <a:rPr lang="en-US">
                <a:latin typeface="Yu Gothic" panose="020B0400000000000000" pitchFamily="34" charset="-128"/>
                <a:ea typeface="Yu Gothic" panose="020B0400000000000000" pitchFamily="34" charset="-128"/>
              </a:rPr>
              <a:t>CMA-ES Implementation</a:t>
            </a:r>
          </a:p>
        </p:txBody>
      </p:sp>
      <p:sp>
        <p:nvSpPr>
          <p:cNvPr id="6" name="TextBox 5">
            <a:extLst>
              <a:ext uri="{FF2B5EF4-FFF2-40B4-BE49-F238E27FC236}">
                <a16:creationId xmlns:a16="http://schemas.microsoft.com/office/drawing/2014/main" id="{81ABBD92-7845-F30E-3EA9-2B2F9D034574}"/>
              </a:ext>
            </a:extLst>
          </p:cNvPr>
          <p:cNvSpPr txBox="1"/>
          <p:nvPr/>
        </p:nvSpPr>
        <p:spPr>
          <a:xfrm>
            <a:off x="809277" y="1690688"/>
            <a:ext cx="10553274" cy="461665"/>
          </a:xfrm>
          <a:prstGeom prst="rect">
            <a:avLst/>
          </a:prstGeom>
          <a:noFill/>
        </p:spPr>
        <p:txBody>
          <a:bodyPr wrap="none" rtlCol="0">
            <a:spAutoFit/>
          </a:bodyPr>
          <a:lstStyle/>
          <a:p>
            <a:r>
              <a:rPr lang="en-US" sz="2400"/>
              <a:t>Original parameters </a:t>
            </a:r>
            <a:r>
              <a:rPr lang="en-US" sz="2400">
                <a:sym typeface="Wingdings" panose="05000000000000000000" pitchFamily="2" charset="2"/>
              </a:rPr>
              <a:t> </a:t>
            </a:r>
            <a:r>
              <a:rPr lang="en-US" sz="2400" err="1">
                <a:sym typeface="Wingdings" panose="05000000000000000000" pitchFamily="2" charset="2"/>
              </a:rPr>
              <a:t>encode_parameters</a:t>
            </a:r>
            <a:r>
              <a:rPr lang="en-US" sz="2400">
                <a:sym typeface="Wingdings" panose="05000000000000000000" pitchFamily="2" charset="2"/>
              </a:rPr>
              <a:t>()  </a:t>
            </a:r>
            <a:r>
              <a:rPr lang="en-US" sz="2400" b="1">
                <a:sym typeface="Wingdings" panose="05000000000000000000" pitchFamily="2" charset="2"/>
              </a:rPr>
              <a:t>normalized parameters </a:t>
            </a:r>
            <a:r>
              <a:rPr lang="en-US" sz="2400">
                <a:sym typeface="Wingdings" panose="05000000000000000000" pitchFamily="2" charset="2"/>
              </a:rPr>
              <a:t> CMA-ES</a:t>
            </a:r>
            <a:endParaRPr lang="en-US" sz="2400"/>
          </a:p>
        </p:txBody>
      </p:sp>
      <p:sp>
        <p:nvSpPr>
          <p:cNvPr id="10" name="TextBox 9">
            <a:extLst>
              <a:ext uri="{FF2B5EF4-FFF2-40B4-BE49-F238E27FC236}">
                <a16:creationId xmlns:a16="http://schemas.microsoft.com/office/drawing/2014/main" id="{79531B88-7104-8E5A-4F3C-B5C247C5E98C}"/>
              </a:ext>
            </a:extLst>
          </p:cNvPr>
          <p:cNvSpPr txBox="1"/>
          <p:nvPr/>
        </p:nvSpPr>
        <p:spPr>
          <a:xfrm>
            <a:off x="670322" y="2228278"/>
            <a:ext cx="11224932" cy="461665"/>
          </a:xfrm>
          <a:prstGeom prst="rect">
            <a:avLst/>
          </a:prstGeom>
          <a:noFill/>
        </p:spPr>
        <p:txBody>
          <a:bodyPr wrap="none" rtlCol="0">
            <a:spAutoFit/>
          </a:bodyPr>
          <a:lstStyle/>
          <a:p>
            <a:r>
              <a:rPr lang="en-US" sz="2400" b="1" err="1"/>
              <a:t>Denormalize</a:t>
            </a:r>
            <a:r>
              <a:rPr lang="en-US" sz="2400"/>
              <a:t> </a:t>
            </a:r>
            <a:r>
              <a:rPr lang="en-US" sz="2400">
                <a:sym typeface="Wingdings" panose="05000000000000000000" pitchFamily="2" charset="2"/>
              </a:rPr>
              <a:t> </a:t>
            </a:r>
            <a:r>
              <a:rPr lang="en-US" sz="2400" err="1">
                <a:sym typeface="Wingdings" panose="05000000000000000000" pitchFamily="2" charset="2"/>
              </a:rPr>
              <a:t>decode_parameters</a:t>
            </a:r>
            <a:r>
              <a:rPr lang="en-US" sz="2400">
                <a:sym typeface="Wingdings" panose="05000000000000000000" pitchFamily="2" charset="2"/>
              </a:rPr>
              <a:t>()  check parameter validity  calculate likelihood</a:t>
            </a:r>
            <a:endParaRPr lang="en-US" sz="2400"/>
          </a:p>
        </p:txBody>
      </p:sp>
      <p:cxnSp>
        <p:nvCxnSpPr>
          <p:cNvPr id="3" name="Straight Connector 2">
            <a:extLst>
              <a:ext uri="{FF2B5EF4-FFF2-40B4-BE49-F238E27FC236}">
                <a16:creationId xmlns:a16="http://schemas.microsoft.com/office/drawing/2014/main" id="{FC752865-DB60-E2E1-98A7-BFC0C7234910}"/>
              </a:ext>
            </a:extLst>
          </p:cNvPr>
          <p:cNvCxnSpPr/>
          <p:nvPr/>
        </p:nvCxnSpPr>
        <p:spPr>
          <a:xfrm>
            <a:off x="605446" y="3407420"/>
            <a:ext cx="0" cy="2743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D447EBF6-2B88-75EB-BCDA-A4BE7827513F}"/>
              </a:ext>
            </a:extLst>
          </p:cNvPr>
          <p:cNvCxnSpPr/>
          <p:nvPr/>
        </p:nvCxnSpPr>
        <p:spPr>
          <a:xfrm>
            <a:off x="21246" y="5627325"/>
            <a:ext cx="2743200"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Oval 4">
            <a:extLst>
              <a:ext uri="{FF2B5EF4-FFF2-40B4-BE49-F238E27FC236}">
                <a16:creationId xmlns:a16="http://schemas.microsoft.com/office/drawing/2014/main" id="{05FFCCAF-CE19-37A3-BAFD-DBBC460DC4C7}"/>
              </a:ext>
            </a:extLst>
          </p:cNvPr>
          <p:cNvSpPr/>
          <p:nvPr/>
        </p:nvSpPr>
        <p:spPr>
          <a:xfrm>
            <a:off x="1590964" y="4369608"/>
            <a:ext cx="45719" cy="45719"/>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3438409C-9034-4416-EEB0-45D2F20E52AE}"/>
              </a:ext>
            </a:extLst>
          </p:cNvPr>
          <p:cNvSpPr txBox="1"/>
          <p:nvPr/>
        </p:nvSpPr>
        <p:spPr>
          <a:xfrm>
            <a:off x="605446" y="5610331"/>
            <a:ext cx="1368538" cy="461665"/>
          </a:xfrm>
          <a:prstGeom prst="rect">
            <a:avLst/>
          </a:prstGeom>
          <a:noFill/>
        </p:spPr>
        <p:txBody>
          <a:bodyPr wrap="square">
            <a:spAutoFit/>
          </a:bodyPr>
          <a:lstStyle/>
          <a:p>
            <a:r>
              <a:rPr lang="en-US" sz="2400"/>
              <a:t>Param 2</a:t>
            </a:r>
          </a:p>
        </p:txBody>
      </p:sp>
      <p:sp>
        <p:nvSpPr>
          <p:cNvPr id="8" name="TextBox 7">
            <a:extLst>
              <a:ext uri="{FF2B5EF4-FFF2-40B4-BE49-F238E27FC236}">
                <a16:creationId xmlns:a16="http://schemas.microsoft.com/office/drawing/2014/main" id="{59B55D10-834C-0B8B-AE67-C6C5CAC87749}"/>
              </a:ext>
            </a:extLst>
          </p:cNvPr>
          <p:cNvSpPr txBox="1"/>
          <p:nvPr/>
        </p:nvSpPr>
        <p:spPr>
          <a:xfrm rot="16200000">
            <a:off x="-292327" y="4697494"/>
            <a:ext cx="1368538" cy="461665"/>
          </a:xfrm>
          <a:prstGeom prst="rect">
            <a:avLst/>
          </a:prstGeom>
          <a:noFill/>
        </p:spPr>
        <p:txBody>
          <a:bodyPr wrap="square">
            <a:spAutoFit/>
          </a:bodyPr>
          <a:lstStyle/>
          <a:p>
            <a:r>
              <a:rPr lang="en-US" sz="2400"/>
              <a:t>Param 1</a:t>
            </a:r>
          </a:p>
        </p:txBody>
      </p:sp>
      <p:sp>
        <p:nvSpPr>
          <p:cNvPr id="9" name="Oval 8">
            <a:extLst>
              <a:ext uri="{FF2B5EF4-FFF2-40B4-BE49-F238E27FC236}">
                <a16:creationId xmlns:a16="http://schemas.microsoft.com/office/drawing/2014/main" id="{854BB843-9DD8-4A68-31BF-F080F90F0815}"/>
              </a:ext>
            </a:extLst>
          </p:cNvPr>
          <p:cNvSpPr/>
          <p:nvPr/>
        </p:nvSpPr>
        <p:spPr>
          <a:xfrm rot="2440233">
            <a:off x="815882" y="3654517"/>
            <a:ext cx="2006599" cy="1663698"/>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59778D6E-5796-A099-58DF-6A52851AD135}"/>
              </a:ext>
            </a:extLst>
          </p:cNvPr>
          <p:cNvSpPr/>
          <p:nvPr/>
        </p:nvSpPr>
        <p:spPr>
          <a:xfrm>
            <a:off x="1289715" y="3817869"/>
            <a:ext cx="45719" cy="45719"/>
          </a:xfrm>
          <a:prstGeom prst="ellipse">
            <a:avLst/>
          </a:prstGeom>
          <a:solidFill>
            <a:schemeClr val="accent3"/>
          </a:solidFill>
          <a:ln>
            <a:solidFill>
              <a:schemeClr val="accent3"/>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E43DC023-38C0-50E8-26C3-3CD4D3B35037}"/>
              </a:ext>
            </a:extLst>
          </p:cNvPr>
          <p:cNvSpPr/>
          <p:nvPr/>
        </p:nvSpPr>
        <p:spPr>
          <a:xfrm>
            <a:off x="1737813" y="3927407"/>
            <a:ext cx="45719" cy="45719"/>
          </a:xfrm>
          <a:prstGeom prst="ellipse">
            <a:avLst/>
          </a:prstGeom>
          <a:solidFill>
            <a:schemeClr val="accent3"/>
          </a:solidFill>
          <a:ln>
            <a:solidFill>
              <a:schemeClr val="accent3"/>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DEEF915E-F271-F5BE-AC68-A2D41FF5C64A}"/>
              </a:ext>
            </a:extLst>
          </p:cNvPr>
          <p:cNvSpPr/>
          <p:nvPr/>
        </p:nvSpPr>
        <p:spPr>
          <a:xfrm>
            <a:off x="1335434" y="4427469"/>
            <a:ext cx="45719" cy="45719"/>
          </a:xfrm>
          <a:prstGeom prst="ellipse">
            <a:avLst/>
          </a:prstGeom>
          <a:solidFill>
            <a:schemeClr val="accent3"/>
          </a:solidFill>
          <a:ln>
            <a:solidFill>
              <a:schemeClr val="accent3"/>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9C8308FD-D0C4-6B2F-E529-6056806AEBC1}"/>
              </a:ext>
            </a:extLst>
          </p:cNvPr>
          <p:cNvSpPr/>
          <p:nvPr/>
        </p:nvSpPr>
        <p:spPr>
          <a:xfrm>
            <a:off x="1737812" y="4849480"/>
            <a:ext cx="45719" cy="45719"/>
          </a:xfrm>
          <a:prstGeom prst="ellipse">
            <a:avLst/>
          </a:prstGeom>
          <a:solidFill>
            <a:schemeClr val="accent3"/>
          </a:solidFill>
          <a:ln>
            <a:solidFill>
              <a:schemeClr val="accent3"/>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93AC4919-AA3C-C3DD-3A99-272935096E58}"/>
              </a:ext>
            </a:extLst>
          </p:cNvPr>
          <p:cNvSpPr/>
          <p:nvPr/>
        </p:nvSpPr>
        <p:spPr>
          <a:xfrm>
            <a:off x="1054568" y="4238191"/>
            <a:ext cx="45719" cy="45719"/>
          </a:xfrm>
          <a:prstGeom prst="ellipse">
            <a:avLst/>
          </a:prstGeom>
          <a:solidFill>
            <a:schemeClr val="accent3"/>
          </a:solidFill>
          <a:ln>
            <a:solidFill>
              <a:schemeClr val="accent3"/>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434B538E-B8BE-1ED3-45D5-1956D7684A93}"/>
              </a:ext>
            </a:extLst>
          </p:cNvPr>
          <p:cNvSpPr/>
          <p:nvPr/>
        </p:nvSpPr>
        <p:spPr>
          <a:xfrm>
            <a:off x="2209300" y="4283910"/>
            <a:ext cx="45719" cy="45719"/>
          </a:xfrm>
          <a:prstGeom prst="ellipse">
            <a:avLst/>
          </a:prstGeom>
          <a:solidFill>
            <a:schemeClr val="accent3"/>
          </a:solidFill>
          <a:ln>
            <a:solidFill>
              <a:schemeClr val="accent3"/>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ECB2531A-3A17-795B-262F-E0D8A3AECAFB}"/>
              </a:ext>
            </a:extLst>
          </p:cNvPr>
          <p:cNvSpPr/>
          <p:nvPr/>
        </p:nvSpPr>
        <p:spPr>
          <a:xfrm>
            <a:off x="2337465" y="4958728"/>
            <a:ext cx="45719" cy="45719"/>
          </a:xfrm>
          <a:prstGeom prst="ellipse">
            <a:avLst/>
          </a:prstGeom>
          <a:solidFill>
            <a:schemeClr val="accent3"/>
          </a:solidFill>
          <a:ln>
            <a:solidFill>
              <a:schemeClr val="accent3"/>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05459999-C113-9CAB-A655-83C7C6AE7A37}"/>
              </a:ext>
            </a:extLst>
          </p:cNvPr>
          <p:cNvSpPr/>
          <p:nvPr/>
        </p:nvSpPr>
        <p:spPr>
          <a:xfrm>
            <a:off x="1933854" y="4486366"/>
            <a:ext cx="45719" cy="45719"/>
          </a:xfrm>
          <a:prstGeom prst="ellipse">
            <a:avLst/>
          </a:prstGeom>
          <a:solidFill>
            <a:schemeClr val="accent3"/>
          </a:solidFill>
          <a:ln>
            <a:solidFill>
              <a:schemeClr val="accent3"/>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F5C4D3AE-2818-1341-4985-C7222E9734CC}"/>
              </a:ext>
            </a:extLst>
          </p:cNvPr>
          <p:cNvSpPr/>
          <p:nvPr/>
        </p:nvSpPr>
        <p:spPr>
          <a:xfrm>
            <a:off x="1369986" y="4877345"/>
            <a:ext cx="45719" cy="45719"/>
          </a:xfrm>
          <a:prstGeom prst="ellipse">
            <a:avLst/>
          </a:prstGeom>
          <a:solidFill>
            <a:schemeClr val="accent3"/>
          </a:solidFill>
          <a:ln>
            <a:solidFill>
              <a:schemeClr val="accent3"/>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1" name="Right Brace 20">
            <a:extLst>
              <a:ext uri="{FF2B5EF4-FFF2-40B4-BE49-F238E27FC236}">
                <a16:creationId xmlns:a16="http://schemas.microsoft.com/office/drawing/2014/main" id="{50AB23CA-CBAE-0118-F27C-17035BB6FEC7}"/>
              </a:ext>
            </a:extLst>
          </p:cNvPr>
          <p:cNvSpPr/>
          <p:nvPr/>
        </p:nvSpPr>
        <p:spPr>
          <a:xfrm>
            <a:off x="2889941" y="3630309"/>
            <a:ext cx="232336" cy="1762698"/>
          </a:xfrm>
          <a:prstGeom prst="righ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22" name="TextBox 21">
            <a:extLst>
              <a:ext uri="{FF2B5EF4-FFF2-40B4-BE49-F238E27FC236}">
                <a16:creationId xmlns:a16="http://schemas.microsoft.com/office/drawing/2014/main" id="{6EA2DCC7-6283-AB31-AEA4-79FE02022F6E}"/>
              </a:ext>
            </a:extLst>
          </p:cNvPr>
          <p:cNvSpPr txBox="1"/>
          <p:nvPr/>
        </p:nvSpPr>
        <p:spPr>
          <a:xfrm>
            <a:off x="3190586" y="4168058"/>
            <a:ext cx="2146962" cy="923330"/>
          </a:xfrm>
          <a:prstGeom prst="rect">
            <a:avLst/>
          </a:prstGeom>
          <a:noFill/>
        </p:spPr>
        <p:txBody>
          <a:bodyPr wrap="square" rtlCol="0">
            <a:spAutoFit/>
          </a:bodyPr>
          <a:lstStyle/>
          <a:p>
            <a:r>
              <a:rPr lang="en-US"/>
              <a:t>Solution span treats all parameters equally</a:t>
            </a:r>
          </a:p>
        </p:txBody>
      </p:sp>
    </p:spTree>
    <p:extLst>
      <p:ext uri="{BB962C8B-B14F-4D97-AF65-F5344CB8AC3E}">
        <p14:creationId xmlns:p14="http://schemas.microsoft.com/office/powerpoint/2010/main" val="9698293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AF5453-5A00-12AC-E5C2-C44C6D920D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076DAB-09D8-9E3E-36D5-39CEFD31A251}"/>
              </a:ext>
            </a:extLst>
          </p:cNvPr>
          <p:cNvSpPr>
            <a:spLocks noGrp="1"/>
          </p:cNvSpPr>
          <p:nvPr>
            <p:ph type="title"/>
          </p:nvPr>
        </p:nvSpPr>
        <p:spPr/>
        <p:txBody>
          <a:bodyPr/>
          <a:lstStyle/>
          <a:p>
            <a:r>
              <a:rPr lang="en-US">
                <a:latin typeface="Yu Gothic" panose="020B0400000000000000" pitchFamily="34" charset="-128"/>
                <a:ea typeface="Yu Gothic" panose="020B0400000000000000" pitchFamily="34" charset="-128"/>
              </a:rPr>
              <a:t>CMA-ES Implementation</a:t>
            </a:r>
          </a:p>
        </p:txBody>
      </p:sp>
      <p:sp>
        <p:nvSpPr>
          <p:cNvPr id="6" name="TextBox 5">
            <a:extLst>
              <a:ext uri="{FF2B5EF4-FFF2-40B4-BE49-F238E27FC236}">
                <a16:creationId xmlns:a16="http://schemas.microsoft.com/office/drawing/2014/main" id="{3F5A74C4-183F-834A-9775-48A81E1CFCA3}"/>
              </a:ext>
            </a:extLst>
          </p:cNvPr>
          <p:cNvSpPr txBox="1"/>
          <p:nvPr/>
        </p:nvSpPr>
        <p:spPr>
          <a:xfrm>
            <a:off x="809277" y="1690688"/>
            <a:ext cx="10553274" cy="461665"/>
          </a:xfrm>
          <a:prstGeom prst="rect">
            <a:avLst/>
          </a:prstGeom>
          <a:noFill/>
        </p:spPr>
        <p:txBody>
          <a:bodyPr wrap="none" rtlCol="0">
            <a:spAutoFit/>
          </a:bodyPr>
          <a:lstStyle/>
          <a:p>
            <a:r>
              <a:rPr lang="en-US" sz="2400"/>
              <a:t>Original parameters </a:t>
            </a:r>
            <a:r>
              <a:rPr lang="en-US" sz="2400">
                <a:sym typeface="Wingdings" panose="05000000000000000000" pitchFamily="2" charset="2"/>
              </a:rPr>
              <a:t> </a:t>
            </a:r>
            <a:r>
              <a:rPr lang="en-US" sz="2400" err="1">
                <a:sym typeface="Wingdings" panose="05000000000000000000" pitchFamily="2" charset="2"/>
              </a:rPr>
              <a:t>encode_parameters</a:t>
            </a:r>
            <a:r>
              <a:rPr lang="en-US" sz="2400">
                <a:sym typeface="Wingdings" panose="05000000000000000000" pitchFamily="2" charset="2"/>
              </a:rPr>
              <a:t>()  </a:t>
            </a:r>
            <a:r>
              <a:rPr lang="en-US" sz="2400" b="1">
                <a:sym typeface="Wingdings" panose="05000000000000000000" pitchFamily="2" charset="2"/>
              </a:rPr>
              <a:t>normalized parameters </a:t>
            </a:r>
            <a:r>
              <a:rPr lang="en-US" sz="2400">
                <a:sym typeface="Wingdings" panose="05000000000000000000" pitchFamily="2" charset="2"/>
              </a:rPr>
              <a:t> CMA-ES</a:t>
            </a:r>
            <a:endParaRPr lang="en-US" sz="2400"/>
          </a:p>
        </p:txBody>
      </p:sp>
      <p:sp>
        <p:nvSpPr>
          <p:cNvPr id="10" name="TextBox 9">
            <a:extLst>
              <a:ext uri="{FF2B5EF4-FFF2-40B4-BE49-F238E27FC236}">
                <a16:creationId xmlns:a16="http://schemas.microsoft.com/office/drawing/2014/main" id="{9A010775-C912-F566-339C-3BC643C8044F}"/>
              </a:ext>
            </a:extLst>
          </p:cNvPr>
          <p:cNvSpPr txBox="1"/>
          <p:nvPr/>
        </p:nvSpPr>
        <p:spPr>
          <a:xfrm>
            <a:off x="670322" y="2228278"/>
            <a:ext cx="11224932" cy="461665"/>
          </a:xfrm>
          <a:prstGeom prst="rect">
            <a:avLst/>
          </a:prstGeom>
          <a:noFill/>
        </p:spPr>
        <p:txBody>
          <a:bodyPr wrap="none" rtlCol="0">
            <a:spAutoFit/>
          </a:bodyPr>
          <a:lstStyle/>
          <a:p>
            <a:r>
              <a:rPr lang="en-US" sz="2400" b="1" err="1"/>
              <a:t>Denormalize</a:t>
            </a:r>
            <a:r>
              <a:rPr lang="en-US" sz="2400"/>
              <a:t> </a:t>
            </a:r>
            <a:r>
              <a:rPr lang="en-US" sz="2400">
                <a:sym typeface="Wingdings" panose="05000000000000000000" pitchFamily="2" charset="2"/>
              </a:rPr>
              <a:t> </a:t>
            </a:r>
            <a:r>
              <a:rPr lang="en-US" sz="2400" err="1">
                <a:sym typeface="Wingdings" panose="05000000000000000000" pitchFamily="2" charset="2"/>
              </a:rPr>
              <a:t>decode_parameters</a:t>
            </a:r>
            <a:r>
              <a:rPr lang="en-US" sz="2400">
                <a:sym typeface="Wingdings" panose="05000000000000000000" pitchFamily="2" charset="2"/>
              </a:rPr>
              <a:t>()  check parameter validity  calculate likelihood</a:t>
            </a:r>
            <a:endParaRPr lang="en-US" sz="2400"/>
          </a:p>
        </p:txBody>
      </p:sp>
      <p:cxnSp>
        <p:nvCxnSpPr>
          <p:cNvPr id="3" name="Straight Connector 2">
            <a:extLst>
              <a:ext uri="{FF2B5EF4-FFF2-40B4-BE49-F238E27FC236}">
                <a16:creationId xmlns:a16="http://schemas.microsoft.com/office/drawing/2014/main" id="{1394B8B1-5BB2-7C85-3A92-20BDD7581767}"/>
              </a:ext>
            </a:extLst>
          </p:cNvPr>
          <p:cNvCxnSpPr/>
          <p:nvPr/>
        </p:nvCxnSpPr>
        <p:spPr>
          <a:xfrm>
            <a:off x="605446" y="3407420"/>
            <a:ext cx="0" cy="2743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364CA8B6-163F-48B6-45DE-9E57D29BB245}"/>
              </a:ext>
            </a:extLst>
          </p:cNvPr>
          <p:cNvCxnSpPr/>
          <p:nvPr/>
        </p:nvCxnSpPr>
        <p:spPr>
          <a:xfrm>
            <a:off x="21246" y="5627325"/>
            <a:ext cx="2743200"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Oval 4">
            <a:extLst>
              <a:ext uri="{FF2B5EF4-FFF2-40B4-BE49-F238E27FC236}">
                <a16:creationId xmlns:a16="http://schemas.microsoft.com/office/drawing/2014/main" id="{36EB4405-9D40-2B15-FEDC-93A1CBF32C3B}"/>
              </a:ext>
            </a:extLst>
          </p:cNvPr>
          <p:cNvSpPr/>
          <p:nvPr/>
        </p:nvSpPr>
        <p:spPr>
          <a:xfrm>
            <a:off x="1590964" y="4369608"/>
            <a:ext cx="45719" cy="45719"/>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C644E1FC-08E9-631F-C39F-B40288FB4198}"/>
              </a:ext>
            </a:extLst>
          </p:cNvPr>
          <p:cNvSpPr txBox="1"/>
          <p:nvPr/>
        </p:nvSpPr>
        <p:spPr>
          <a:xfrm>
            <a:off x="605446" y="5610331"/>
            <a:ext cx="1368538" cy="461665"/>
          </a:xfrm>
          <a:prstGeom prst="rect">
            <a:avLst/>
          </a:prstGeom>
          <a:noFill/>
        </p:spPr>
        <p:txBody>
          <a:bodyPr wrap="square">
            <a:spAutoFit/>
          </a:bodyPr>
          <a:lstStyle/>
          <a:p>
            <a:r>
              <a:rPr lang="en-US" sz="2400"/>
              <a:t>Param 2</a:t>
            </a:r>
          </a:p>
        </p:txBody>
      </p:sp>
      <p:sp>
        <p:nvSpPr>
          <p:cNvPr id="8" name="TextBox 7">
            <a:extLst>
              <a:ext uri="{FF2B5EF4-FFF2-40B4-BE49-F238E27FC236}">
                <a16:creationId xmlns:a16="http://schemas.microsoft.com/office/drawing/2014/main" id="{B1C7F76A-24A6-E2B5-ECE6-C98446FF1E5C}"/>
              </a:ext>
            </a:extLst>
          </p:cNvPr>
          <p:cNvSpPr txBox="1"/>
          <p:nvPr/>
        </p:nvSpPr>
        <p:spPr>
          <a:xfrm rot="16200000">
            <a:off x="-292327" y="4697494"/>
            <a:ext cx="1368538" cy="461665"/>
          </a:xfrm>
          <a:prstGeom prst="rect">
            <a:avLst/>
          </a:prstGeom>
          <a:noFill/>
        </p:spPr>
        <p:txBody>
          <a:bodyPr wrap="square">
            <a:spAutoFit/>
          </a:bodyPr>
          <a:lstStyle/>
          <a:p>
            <a:r>
              <a:rPr lang="en-US" sz="2400"/>
              <a:t>Param 1</a:t>
            </a:r>
          </a:p>
        </p:txBody>
      </p:sp>
      <p:sp>
        <p:nvSpPr>
          <p:cNvPr id="9" name="Oval 8">
            <a:extLst>
              <a:ext uri="{FF2B5EF4-FFF2-40B4-BE49-F238E27FC236}">
                <a16:creationId xmlns:a16="http://schemas.microsoft.com/office/drawing/2014/main" id="{0EBCE970-5995-9217-81DC-CC49994FB4B5}"/>
              </a:ext>
            </a:extLst>
          </p:cNvPr>
          <p:cNvSpPr/>
          <p:nvPr/>
        </p:nvSpPr>
        <p:spPr>
          <a:xfrm rot="2440233">
            <a:off x="815882" y="3654517"/>
            <a:ext cx="2006599" cy="1663698"/>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2BA68E66-EA91-F80A-7FCF-DF4CF576F586}"/>
              </a:ext>
            </a:extLst>
          </p:cNvPr>
          <p:cNvSpPr/>
          <p:nvPr/>
        </p:nvSpPr>
        <p:spPr>
          <a:xfrm>
            <a:off x="1289715" y="3817869"/>
            <a:ext cx="45719" cy="45719"/>
          </a:xfrm>
          <a:prstGeom prst="ellipse">
            <a:avLst/>
          </a:prstGeom>
          <a:solidFill>
            <a:schemeClr val="accent3"/>
          </a:solidFill>
          <a:ln>
            <a:solidFill>
              <a:schemeClr val="accent3"/>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9043BBA9-DD28-49CC-5CB4-14F197907CD3}"/>
              </a:ext>
            </a:extLst>
          </p:cNvPr>
          <p:cNvSpPr/>
          <p:nvPr/>
        </p:nvSpPr>
        <p:spPr>
          <a:xfrm>
            <a:off x="1737813" y="3927407"/>
            <a:ext cx="45719" cy="45719"/>
          </a:xfrm>
          <a:prstGeom prst="ellipse">
            <a:avLst/>
          </a:prstGeom>
          <a:solidFill>
            <a:schemeClr val="accent3"/>
          </a:solidFill>
          <a:ln>
            <a:solidFill>
              <a:schemeClr val="accent3"/>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D3D95BED-C480-B3E6-FADC-9C54FCC0C714}"/>
              </a:ext>
            </a:extLst>
          </p:cNvPr>
          <p:cNvSpPr/>
          <p:nvPr/>
        </p:nvSpPr>
        <p:spPr>
          <a:xfrm>
            <a:off x="1335434" y="4427469"/>
            <a:ext cx="45719" cy="45719"/>
          </a:xfrm>
          <a:prstGeom prst="ellipse">
            <a:avLst/>
          </a:prstGeom>
          <a:solidFill>
            <a:schemeClr val="accent3"/>
          </a:solidFill>
          <a:ln>
            <a:solidFill>
              <a:schemeClr val="accent3"/>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4C2E7B24-1088-86B4-E4AB-52FA5ED8883C}"/>
              </a:ext>
            </a:extLst>
          </p:cNvPr>
          <p:cNvSpPr/>
          <p:nvPr/>
        </p:nvSpPr>
        <p:spPr>
          <a:xfrm>
            <a:off x="1737812" y="4849480"/>
            <a:ext cx="45719" cy="45719"/>
          </a:xfrm>
          <a:prstGeom prst="ellipse">
            <a:avLst/>
          </a:prstGeom>
          <a:solidFill>
            <a:schemeClr val="accent3"/>
          </a:solidFill>
          <a:ln>
            <a:solidFill>
              <a:schemeClr val="accent3"/>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EF745E7F-C3B6-B539-FAFB-B67EA1EF370D}"/>
              </a:ext>
            </a:extLst>
          </p:cNvPr>
          <p:cNvSpPr/>
          <p:nvPr/>
        </p:nvSpPr>
        <p:spPr>
          <a:xfrm>
            <a:off x="1054568" y="4238191"/>
            <a:ext cx="45719" cy="45719"/>
          </a:xfrm>
          <a:prstGeom prst="ellipse">
            <a:avLst/>
          </a:prstGeom>
          <a:solidFill>
            <a:schemeClr val="accent3"/>
          </a:solidFill>
          <a:ln>
            <a:solidFill>
              <a:schemeClr val="accent3"/>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6AE07AC4-42FD-769B-87CE-418A92E72F3A}"/>
              </a:ext>
            </a:extLst>
          </p:cNvPr>
          <p:cNvSpPr/>
          <p:nvPr/>
        </p:nvSpPr>
        <p:spPr>
          <a:xfrm>
            <a:off x="2209300" y="4283910"/>
            <a:ext cx="45719" cy="45719"/>
          </a:xfrm>
          <a:prstGeom prst="ellipse">
            <a:avLst/>
          </a:prstGeom>
          <a:solidFill>
            <a:schemeClr val="accent3"/>
          </a:solidFill>
          <a:ln>
            <a:solidFill>
              <a:schemeClr val="accent3"/>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86457126-652D-98E0-E525-A10D31F34D63}"/>
              </a:ext>
            </a:extLst>
          </p:cNvPr>
          <p:cNvSpPr/>
          <p:nvPr/>
        </p:nvSpPr>
        <p:spPr>
          <a:xfrm>
            <a:off x="2337465" y="4958728"/>
            <a:ext cx="45719" cy="45719"/>
          </a:xfrm>
          <a:prstGeom prst="ellipse">
            <a:avLst/>
          </a:prstGeom>
          <a:solidFill>
            <a:schemeClr val="accent3"/>
          </a:solidFill>
          <a:ln>
            <a:solidFill>
              <a:schemeClr val="accent3"/>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1ABBC8F7-57BC-813E-58B6-E8A901FBF18E}"/>
              </a:ext>
            </a:extLst>
          </p:cNvPr>
          <p:cNvSpPr/>
          <p:nvPr/>
        </p:nvSpPr>
        <p:spPr>
          <a:xfrm>
            <a:off x="1933854" y="4486366"/>
            <a:ext cx="45719" cy="45719"/>
          </a:xfrm>
          <a:prstGeom prst="ellipse">
            <a:avLst/>
          </a:prstGeom>
          <a:solidFill>
            <a:schemeClr val="accent3"/>
          </a:solidFill>
          <a:ln>
            <a:solidFill>
              <a:schemeClr val="accent3"/>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7097A392-7C86-7E84-D3B3-EB41E35C4141}"/>
              </a:ext>
            </a:extLst>
          </p:cNvPr>
          <p:cNvSpPr/>
          <p:nvPr/>
        </p:nvSpPr>
        <p:spPr>
          <a:xfrm>
            <a:off x="1369986" y="4877345"/>
            <a:ext cx="45719" cy="45719"/>
          </a:xfrm>
          <a:prstGeom prst="ellipse">
            <a:avLst/>
          </a:prstGeom>
          <a:solidFill>
            <a:schemeClr val="accent3"/>
          </a:solidFill>
          <a:ln>
            <a:solidFill>
              <a:schemeClr val="accent3"/>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1" name="Right Brace 20">
            <a:extLst>
              <a:ext uri="{FF2B5EF4-FFF2-40B4-BE49-F238E27FC236}">
                <a16:creationId xmlns:a16="http://schemas.microsoft.com/office/drawing/2014/main" id="{55791091-1B38-2E8D-56FB-D7C08CA2F93C}"/>
              </a:ext>
            </a:extLst>
          </p:cNvPr>
          <p:cNvSpPr/>
          <p:nvPr/>
        </p:nvSpPr>
        <p:spPr>
          <a:xfrm>
            <a:off x="2889941" y="3630309"/>
            <a:ext cx="232336" cy="1762698"/>
          </a:xfrm>
          <a:prstGeom prst="righ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22" name="TextBox 21">
            <a:extLst>
              <a:ext uri="{FF2B5EF4-FFF2-40B4-BE49-F238E27FC236}">
                <a16:creationId xmlns:a16="http://schemas.microsoft.com/office/drawing/2014/main" id="{00B35422-FA95-53E4-2B74-81BAF5E2068A}"/>
              </a:ext>
            </a:extLst>
          </p:cNvPr>
          <p:cNvSpPr txBox="1"/>
          <p:nvPr/>
        </p:nvSpPr>
        <p:spPr>
          <a:xfrm>
            <a:off x="3190586" y="4168058"/>
            <a:ext cx="2146962" cy="923330"/>
          </a:xfrm>
          <a:prstGeom prst="rect">
            <a:avLst/>
          </a:prstGeom>
          <a:noFill/>
        </p:spPr>
        <p:txBody>
          <a:bodyPr wrap="square" rtlCol="0">
            <a:spAutoFit/>
          </a:bodyPr>
          <a:lstStyle/>
          <a:p>
            <a:r>
              <a:rPr lang="en-US"/>
              <a:t>Solution span treats all parameters equally</a:t>
            </a:r>
          </a:p>
        </p:txBody>
      </p:sp>
      <p:pic>
        <p:nvPicPr>
          <p:cNvPr id="23" name="Picture 22">
            <a:extLst>
              <a:ext uri="{FF2B5EF4-FFF2-40B4-BE49-F238E27FC236}">
                <a16:creationId xmlns:a16="http://schemas.microsoft.com/office/drawing/2014/main" id="{880B87D1-24EE-41A3-1137-FE2694313D29}"/>
              </a:ext>
            </a:extLst>
          </p:cNvPr>
          <p:cNvPicPr>
            <a:picLocks noChangeAspect="1"/>
          </p:cNvPicPr>
          <p:nvPr/>
        </p:nvPicPr>
        <p:blipFill>
          <a:blip r:embed="rId3"/>
          <a:stretch>
            <a:fillRect/>
          </a:stretch>
        </p:blipFill>
        <p:spPr>
          <a:xfrm>
            <a:off x="6986964" y="3163425"/>
            <a:ext cx="3915321" cy="2972215"/>
          </a:xfrm>
          <a:prstGeom prst="rect">
            <a:avLst/>
          </a:prstGeom>
        </p:spPr>
      </p:pic>
    </p:spTree>
    <p:extLst>
      <p:ext uri="{BB962C8B-B14F-4D97-AF65-F5344CB8AC3E}">
        <p14:creationId xmlns:p14="http://schemas.microsoft.com/office/powerpoint/2010/main" val="41026425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E8E1C7-2F60-E877-EE7B-65D49F6C8E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FEC02C-5520-94A6-BA52-73D2C9C8EA7B}"/>
              </a:ext>
            </a:extLst>
          </p:cNvPr>
          <p:cNvSpPr>
            <a:spLocks noGrp="1"/>
          </p:cNvSpPr>
          <p:nvPr>
            <p:ph type="title"/>
          </p:nvPr>
        </p:nvSpPr>
        <p:spPr/>
        <p:txBody>
          <a:bodyPr/>
          <a:lstStyle/>
          <a:p>
            <a:r>
              <a:rPr lang="en-US">
                <a:latin typeface="Yu Gothic" panose="020B0400000000000000" pitchFamily="34" charset="-128"/>
                <a:ea typeface="Yu Gothic" panose="020B0400000000000000" pitchFamily="34" charset="-128"/>
              </a:rPr>
              <a:t>CMA-ES Implementation</a:t>
            </a:r>
          </a:p>
        </p:txBody>
      </p:sp>
      <p:sp>
        <p:nvSpPr>
          <p:cNvPr id="6" name="TextBox 5">
            <a:extLst>
              <a:ext uri="{FF2B5EF4-FFF2-40B4-BE49-F238E27FC236}">
                <a16:creationId xmlns:a16="http://schemas.microsoft.com/office/drawing/2014/main" id="{06F2B2DB-5780-FEBA-E518-9989D788A9F1}"/>
              </a:ext>
            </a:extLst>
          </p:cNvPr>
          <p:cNvSpPr txBox="1"/>
          <p:nvPr/>
        </p:nvSpPr>
        <p:spPr>
          <a:xfrm>
            <a:off x="809277" y="1690688"/>
            <a:ext cx="10553274" cy="461665"/>
          </a:xfrm>
          <a:prstGeom prst="rect">
            <a:avLst/>
          </a:prstGeom>
          <a:noFill/>
        </p:spPr>
        <p:txBody>
          <a:bodyPr wrap="none" rtlCol="0">
            <a:spAutoFit/>
          </a:bodyPr>
          <a:lstStyle/>
          <a:p>
            <a:r>
              <a:rPr lang="en-US" sz="2400"/>
              <a:t>Original parameters </a:t>
            </a:r>
            <a:r>
              <a:rPr lang="en-US" sz="2400">
                <a:sym typeface="Wingdings" panose="05000000000000000000" pitchFamily="2" charset="2"/>
              </a:rPr>
              <a:t> </a:t>
            </a:r>
            <a:r>
              <a:rPr lang="en-US" sz="2400" err="1">
                <a:sym typeface="Wingdings" panose="05000000000000000000" pitchFamily="2" charset="2"/>
              </a:rPr>
              <a:t>encode_parameters</a:t>
            </a:r>
            <a:r>
              <a:rPr lang="en-US" sz="2400">
                <a:sym typeface="Wingdings" panose="05000000000000000000" pitchFamily="2" charset="2"/>
              </a:rPr>
              <a:t>()  normalized parameters  CMA-ES</a:t>
            </a:r>
            <a:endParaRPr lang="en-US" sz="2400"/>
          </a:p>
        </p:txBody>
      </p:sp>
      <p:sp>
        <p:nvSpPr>
          <p:cNvPr id="10" name="TextBox 9">
            <a:extLst>
              <a:ext uri="{FF2B5EF4-FFF2-40B4-BE49-F238E27FC236}">
                <a16:creationId xmlns:a16="http://schemas.microsoft.com/office/drawing/2014/main" id="{42BA2640-9A50-DB2D-E4C4-CF4CD6F8D161}"/>
              </a:ext>
            </a:extLst>
          </p:cNvPr>
          <p:cNvSpPr txBox="1"/>
          <p:nvPr/>
        </p:nvSpPr>
        <p:spPr>
          <a:xfrm>
            <a:off x="670322" y="2228278"/>
            <a:ext cx="11224932" cy="461665"/>
          </a:xfrm>
          <a:prstGeom prst="rect">
            <a:avLst/>
          </a:prstGeom>
          <a:noFill/>
        </p:spPr>
        <p:txBody>
          <a:bodyPr wrap="none" rtlCol="0">
            <a:spAutoFit/>
          </a:bodyPr>
          <a:lstStyle/>
          <a:p>
            <a:r>
              <a:rPr lang="en-US" sz="2400" err="1"/>
              <a:t>Denormalize</a:t>
            </a:r>
            <a:r>
              <a:rPr lang="en-US" sz="2400"/>
              <a:t> </a:t>
            </a:r>
            <a:r>
              <a:rPr lang="en-US" sz="2400">
                <a:sym typeface="Wingdings" panose="05000000000000000000" pitchFamily="2" charset="2"/>
              </a:rPr>
              <a:t> </a:t>
            </a:r>
            <a:r>
              <a:rPr lang="en-US" sz="2400" err="1">
                <a:sym typeface="Wingdings" panose="05000000000000000000" pitchFamily="2" charset="2"/>
              </a:rPr>
              <a:t>decode_parameters</a:t>
            </a:r>
            <a:r>
              <a:rPr lang="en-US" sz="2400">
                <a:sym typeface="Wingdings" panose="05000000000000000000" pitchFamily="2" charset="2"/>
              </a:rPr>
              <a:t>()  </a:t>
            </a:r>
            <a:r>
              <a:rPr lang="en-US" sz="2400" b="1">
                <a:sym typeface="Wingdings" panose="05000000000000000000" pitchFamily="2" charset="2"/>
              </a:rPr>
              <a:t>check parameter validity </a:t>
            </a:r>
            <a:r>
              <a:rPr lang="en-US" sz="2400">
                <a:sym typeface="Wingdings" panose="05000000000000000000" pitchFamily="2" charset="2"/>
              </a:rPr>
              <a:t> calculate likelihood</a:t>
            </a:r>
            <a:endParaRPr lang="en-US" sz="2400"/>
          </a:p>
        </p:txBody>
      </p:sp>
      <p:pic>
        <p:nvPicPr>
          <p:cNvPr id="4" name="Picture 3">
            <a:extLst>
              <a:ext uri="{FF2B5EF4-FFF2-40B4-BE49-F238E27FC236}">
                <a16:creationId xmlns:a16="http://schemas.microsoft.com/office/drawing/2014/main" id="{1BEC8CEC-4B98-59F6-DFF4-A9E56475A801}"/>
              </a:ext>
            </a:extLst>
          </p:cNvPr>
          <p:cNvPicPr>
            <a:picLocks noChangeAspect="1"/>
          </p:cNvPicPr>
          <p:nvPr/>
        </p:nvPicPr>
        <p:blipFill>
          <a:blip r:embed="rId3"/>
          <a:stretch>
            <a:fillRect/>
          </a:stretch>
        </p:blipFill>
        <p:spPr>
          <a:xfrm>
            <a:off x="8282591" y="3159479"/>
            <a:ext cx="2038635" cy="2610214"/>
          </a:xfrm>
          <a:prstGeom prst="rect">
            <a:avLst/>
          </a:prstGeom>
        </p:spPr>
      </p:pic>
      <p:pic>
        <p:nvPicPr>
          <p:cNvPr id="7" name="Picture 6">
            <a:extLst>
              <a:ext uri="{FF2B5EF4-FFF2-40B4-BE49-F238E27FC236}">
                <a16:creationId xmlns:a16="http://schemas.microsoft.com/office/drawing/2014/main" id="{A3BA94E9-2A60-8AE3-5A61-85A50642782B}"/>
              </a:ext>
            </a:extLst>
          </p:cNvPr>
          <p:cNvPicPr>
            <a:picLocks noChangeAspect="1"/>
          </p:cNvPicPr>
          <p:nvPr/>
        </p:nvPicPr>
        <p:blipFill>
          <a:blip r:embed="rId4"/>
          <a:stretch>
            <a:fillRect/>
          </a:stretch>
        </p:blipFill>
        <p:spPr>
          <a:xfrm>
            <a:off x="275697" y="3357391"/>
            <a:ext cx="7898103" cy="605276"/>
          </a:xfrm>
          <a:prstGeom prst="rect">
            <a:avLst/>
          </a:prstGeom>
        </p:spPr>
      </p:pic>
      <p:sp>
        <p:nvSpPr>
          <p:cNvPr id="8" name="Rectangle 7">
            <a:extLst>
              <a:ext uri="{FF2B5EF4-FFF2-40B4-BE49-F238E27FC236}">
                <a16:creationId xmlns:a16="http://schemas.microsoft.com/office/drawing/2014/main" id="{A2B6A652-D78E-2C03-AE9F-D60E90A4E075}"/>
              </a:ext>
            </a:extLst>
          </p:cNvPr>
          <p:cNvSpPr/>
          <p:nvPr/>
        </p:nvSpPr>
        <p:spPr>
          <a:xfrm>
            <a:off x="5486400" y="3357391"/>
            <a:ext cx="2687400" cy="533667"/>
          </a:xfrm>
          <a:prstGeom prst="rect">
            <a:avLst/>
          </a:prstGeom>
          <a:noFill/>
          <a:ln w="7620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785725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9C7FF4-9F75-46A9-BA72-29DD61C57A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D7762C-C23C-8C66-3DCE-917DF0206EC4}"/>
              </a:ext>
            </a:extLst>
          </p:cNvPr>
          <p:cNvSpPr>
            <a:spLocks noGrp="1"/>
          </p:cNvSpPr>
          <p:nvPr>
            <p:ph type="title"/>
          </p:nvPr>
        </p:nvSpPr>
        <p:spPr/>
        <p:txBody>
          <a:bodyPr/>
          <a:lstStyle/>
          <a:p>
            <a:r>
              <a:rPr lang="en-US">
                <a:latin typeface="Yu Gothic" panose="020B0400000000000000" pitchFamily="34" charset="-128"/>
                <a:ea typeface="Yu Gothic" panose="020B0400000000000000" pitchFamily="34" charset="-128"/>
              </a:rPr>
              <a:t>Preliminary results</a:t>
            </a:r>
          </a:p>
        </p:txBody>
      </p:sp>
      <p:pic>
        <p:nvPicPr>
          <p:cNvPr id="13" name="Picture 12">
            <a:extLst>
              <a:ext uri="{FF2B5EF4-FFF2-40B4-BE49-F238E27FC236}">
                <a16:creationId xmlns:a16="http://schemas.microsoft.com/office/drawing/2014/main" id="{08D03511-0A7E-E0BE-7689-3A7E4F83A48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19200" y="1374080"/>
            <a:ext cx="9753600" cy="5483920"/>
          </a:xfrm>
          <a:prstGeom prst="rect">
            <a:avLst/>
          </a:prstGeom>
        </p:spPr>
      </p:pic>
    </p:spTree>
    <p:extLst>
      <p:ext uri="{BB962C8B-B14F-4D97-AF65-F5344CB8AC3E}">
        <p14:creationId xmlns:p14="http://schemas.microsoft.com/office/powerpoint/2010/main" val="30635896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3E67B7-1A39-DEE7-CB9D-E3F4F75A73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486D33-653F-9770-5642-97983CEE258E}"/>
              </a:ext>
            </a:extLst>
          </p:cNvPr>
          <p:cNvSpPr>
            <a:spLocks noGrp="1"/>
          </p:cNvSpPr>
          <p:nvPr>
            <p:ph type="title"/>
          </p:nvPr>
        </p:nvSpPr>
        <p:spPr/>
        <p:txBody>
          <a:bodyPr/>
          <a:lstStyle/>
          <a:p>
            <a:r>
              <a:rPr lang="en-US">
                <a:latin typeface="Yu Gothic" panose="020B0400000000000000" pitchFamily="34" charset="-128"/>
                <a:ea typeface="Yu Gothic" panose="020B0400000000000000" pitchFamily="34" charset="-128"/>
              </a:rPr>
              <a:t>Preliminary results</a:t>
            </a:r>
          </a:p>
        </p:txBody>
      </p:sp>
      <p:pic>
        <p:nvPicPr>
          <p:cNvPr id="11" name="Picture 10">
            <a:extLst>
              <a:ext uri="{FF2B5EF4-FFF2-40B4-BE49-F238E27FC236}">
                <a16:creationId xmlns:a16="http://schemas.microsoft.com/office/drawing/2014/main" id="{274A155D-1A98-5E9C-FC7B-30FB9F7FFED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1257" y="1491422"/>
            <a:ext cx="9231085" cy="5190138"/>
          </a:xfrm>
          <a:prstGeom prst="rect">
            <a:avLst/>
          </a:prstGeom>
        </p:spPr>
      </p:pic>
    </p:spTree>
    <p:extLst>
      <p:ext uri="{BB962C8B-B14F-4D97-AF65-F5344CB8AC3E}">
        <p14:creationId xmlns:p14="http://schemas.microsoft.com/office/powerpoint/2010/main" val="38709228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4E892E-622C-C8AC-05B6-262E1007ED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2EA2DA-26EC-DF37-6991-42927D5262C0}"/>
              </a:ext>
            </a:extLst>
          </p:cNvPr>
          <p:cNvSpPr>
            <a:spLocks noGrp="1"/>
          </p:cNvSpPr>
          <p:nvPr>
            <p:ph type="title"/>
          </p:nvPr>
        </p:nvSpPr>
        <p:spPr/>
        <p:txBody>
          <a:bodyPr/>
          <a:lstStyle/>
          <a:p>
            <a:r>
              <a:rPr lang="en-US">
                <a:latin typeface="Yu Gothic" panose="020B0400000000000000" pitchFamily="34" charset="-128"/>
                <a:ea typeface="Yu Gothic" panose="020B0400000000000000" pitchFamily="34" charset="-128"/>
              </a:rPr>
              <a:t>Preliminary results</a:t>
            </a:r>
          </a:p>
        </p:txBody>
      </p:sp>
      <p:pic>
        <p:nvPicPr>
          <p:cNvPr id="5" name="Picture 4">
            <a:extLst>
              <a:ext uri="{FF2B5EF4-FFF2-40B4-BE49-F238E27FC236}">
                <a16:creationId xmlns:a16="http://schemas.microsoft.com/office/drawing/2014/main" id="{4D219E8F-5EBE-6CD6-C226-1F8A697ED29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1257" y="1406049"/>
            <a:ext cx="9332685" cy="5086826"/>
          </a:xfrm>
          <a:prstGeom prst="rect">
            <a:avLst/>
          </a:prstGeom>
        </p:spPr>
      </p:pic>
    </p:spTree>
    <p:extLst>
      <p:ext uri="{BB962C8B-B14F-4D97-AF65-F5344CB8AC3E}">
        <p14:creationId xmlns:p14="http://schemas.microsoft.com/office/powerpoint/2010/main" val="13760636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DC7F3-0026-4ABC-A1FB-A556D653FBF1}"/>
              </a:ext>
            </a:extLst>
          </p:cNvPr>
          <p:cNvSpPr>
            <a:spLocks noGrp="1"/>
          </p:cNvSpPr>
          <p:nvPr>
            <p:ph type="title"/>
          </p:nvPr>
        </p:nvSpPr>
        <p:spPr/>
        <p:txBody>
          <a:bodyPr/>
          <a:lstStyle/>
          <a:p>
            <a:r>
              <a:rPr lang="en-US">
                <a:latin typeface="Yu Gothic" panose="020B0400000000000000" pitchFamily="34" charset="-128"/>
                <a:ea typeface="Yu Gothic" panose="020B0400000000000000" pitchFamily="34" charset="-128"/>
              </a:rPr>
              <a:t>TODO</a:t>
            </a:r>
          </a:p>
        </p:txBody>
      </p:sp>
      <p:sp>
        <p:nvSpPr>
          <p:cNvPr id="3" name="Content Placeholder 2">
            <a:extLst>
              <a:ext uri="{FF2B5EF4-FFF2-40B4-BE49-F238E27FC236}">
                <a16:creationId xmlns:a16="http://schemas.microsoft.com/office/drawing/2014/main" id="{0185D601-86C1-40AA-B68A-90906EDD42C9}"/>
              </a:ext>
            </a:extLst>
          </p:cNvPr>
          <p:cNvSpPr>
            <a:spLocks noGrp="1"/>
          </p:cNvSpPr>
          <p:nvPr>
            <p:ph idx="1"/>
          </p:nvPr>
        </p:nvSpPr>
        <p:spPr/>
        <p:txBody>
          <a:bodyPr>
            <a:normAutofit/>
          </a:bodyPr>
          <a:lstStyle/>
          <a:p>
            <a:r>
              <a:rPr lang="en-US">
                <a:latin typeface="Yu Gothic" panose="020B0400000000000000" pitchFamily="34" charset="-128"/>
                <a:ea typeface="Yu Gothic" panose="020B0400000000000000" pitchFamily="34" charset="-128"/>
              </a:rPr>
              <a:t>Investigate Kappa (solutions considered)</a:t>
            </a:r>
          </a:p>
          <a:p>
            <a:r>
              <a:rPr lang="en-US">
                <a:latin typeface="Yu Gothic" panose="020B0400000000000000" pitchFamily="34" charset="-128"/>
                <a:ea typeface="Yu Gothic" panose="020B0400000000000000" pitchFamily="34" charset="-128"/>
              </a:rPr>
              <a:t>Investigate epoch / generations across methods</a:t>
            </a:r>
          </a:p>
          <a:p>
            <a:r>
              <a:rPr lang="en-US">
                <a:latin typeface="Yu Gothic" panose="020B0400000000000000" pitchFamily="34" charset="-128"/>
                <a:ea typeface="Yu Gothic" panose="020B0400000000000000" pitchFamily="34" charset="-128"/>
              </a:rPr>
              <a:t>Investigate finite trees</a:t>
            </a:r>
          </a:p>
          <a:p>
            <a:r>
              <a:rPr lang="en-US">
                <a:latin typeface="Yu Gothic" panose="020B0400000000000000" pitchFamily="34" charset="-128"/>
                <a:ea typeface="Yu Gothic" panose="020B0400000000000000" pitchFamily="34" charset="-128"/>
              </a:rPr>
              <a:t>Demographic model implementation / robustness</a:t>
            </a:r>
          </a:p>
          <a:p>
            <a:pPr marL="0" indent="0">
              <a:buNone/>
            </a:pPr>
            <a:endParaRPr lang="en-US">
              <a:latin typeface="Yu Gothic" panose="020B0400000000000000" pitchFamily="34" charset="-128"/>
              <a:ea typeface="Yu Gothic" panose="020B0400000000000000" pitchFamily="34" charset="-128"/>
            </a:endParaRPr>
          </a:p>
        </p:txBody>
      </p:sp>
    </p:spTree>
    <p:extLst>
      <p:ext uri="{BB962C8B-B14F-4D97-AF65-F5344CB8AC3E}">
        <p14:creationId xmlns:p14="http://schemas.microsoft.com/office/powerpoint/2010/main" val="86696745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19</Slides>
  <Notes>18</Notes>
  <HiddenSlides>0</HiddenSlide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Office Theme</vt:lpstr>
      <vt:lpstr>Optimizing inference on ARGs:  coordinate search  CMA-ES</vt:lpstr>
      <vt:lpstr>Summary</vt:lpstr>
      <vt:lpstr>Summary</vt:lpstr>
      <vt:lpstr>Summary</vt:lpstr>
      <vt:lpstr>gLIke Coordinate Search</vt:lpstr>
      <vt:lpstr>Problem: parameter coupling</vt:lpstr>
      <vt:lpstr>Problem: parameter coupling</vt:lpstr>
      <vt:lpstr>CMA-ES (Covariance matrix adaptation evolution strategy)</vt:lpstr>
      <vt:lpstr>CMA-ES (Covariance matrix adaptation evolution strategy)</vt:lpstr>
      <vt:lpstr>CMA-ES (Covariance matrix adaptation evolution strategy)</vt:lpstr>
      <vt:lpstr>CMA-ES Implementation</vt:lpstr>
      <vt:lpstr>CMA-ES Implementation</vt:lpstr>
      <vt:lpstr>CMA-ES Implementation</vt:lpstr>
      <vt:lpstr>CMA-ES Implementation</vt:lpstr>
      <vt:lpstr>CMA-ES Implementation</vt:lpstr>
      <vt:lpstr>Preliminary results</vt:lpstr>
      <vt:lpstr>Preliminary results</vt:lpstr>
      <vt:lpstr>Preliminary results</vt:lpstr>
      <vt:lpstr>TODO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RDM_HW Rotation Update</dc:title>
  <dc:creator>Jonathan Mah</dc:creator>
  <cp:revision>1</cp:revision>
  <dcterms:created xsi:type="dcterms:W3CDTF">2020-10-07T15:54:11Z</dcterms:created>
  <dcterms:modified xsi:type="dcterms:W3CDTF">2026-10-02T16:02:52Z</dcterms:modified>
</cp:coreProperties>
</file>